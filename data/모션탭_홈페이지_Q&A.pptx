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F0F32-512F-63DA-30CD-96D530A2D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39C3CD-FC4F-87EC-7C89-F4547EED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84C7E-D690-5386-8916-DBD146E4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A3BB76-0AD7-2A54-59CC-D7E8899B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3638D-937F-F743-C2ED-9DE57554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31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56736-1333-37AB-0E2C-AD7D33D5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71C8D-A3A3-5A8C-104F-EF0A3449F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AC6F5-AC4E-C3ED-F5F8-02F32754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1777A-3E42-241C-331A-B645160B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A5184-37E5-AFD5-6EF2-C9B9DA7B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1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0524F-38BB-A663-8E13-2E83446D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5E6F80-3983-C5FF-00E7-296BE358F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0BC05C-9616-3CD7-72A7-7718D95A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F2CD4-4D42-8380-F5A0-FFA624AA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270BE-28EA-604E-FBE6-8B0CCFE0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11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6959C-FA53-2DED-CBDE-99D7E0F7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A0643-DBFC-1DFD-0A08-E6CFCA4DF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CF2D16-DD9C-FE8E-1F65-48C78CA12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41ACC9-1740-8738-754E-D70A6FC1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AAC8F9-80ED-00B6-B42E-92EEB69D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D725F3-91D7-6436-3734-3D9E79AC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4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B1F4E-8EEB-7C3A-92DC-D570EACC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D0BE53-EAB0-F538-5EC7-072F36E1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06619-9E35-367C-0991-A91CB341E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D17A18-7C02-9263-1F7A-FDFD05029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6B5B00-BD78-32B9-CAB1-F83384E45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4B248F-4FE4-3564-2F17-C029A598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CA9B28-A598-5706-6CBD-E2125BBF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D064E0-A23C-7F94-8F81-952DED05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1839C-776B-F4CF-C3E4-99717153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AFAA38-68D7-0947-D36F-D4E927F0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4376D0-D26E-4B61-D865-76CFF019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4CCB94-C3AE-67E0-EDD7-AFCB7B88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27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11AE3D-1A56-E96C-C2CC-BC1EC50E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A38B6A-615A-50C1-E3EB-EA56AC7D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33C6B9-7FBD-7EA7-4BD3-D54989DC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1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F9B69-14FD-5713-B176-93247D53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C32BCF-B4C8-0ACC-BCCD-A9309963D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82F28-0CB2-3B32-E5DD-36E31621D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152922-D179-2416-1673-5D2DA27C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62DF69-1BF0-BBDA-C3DC-2634F99A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73F114-00B6-9BA6-CBC7-EF7FE0A2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9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A9A0B-3C18-2245-9D1D-9969BC10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A0027A-7C42-0CC4-A69F-F660A94A7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99556-C409-BE4E-EE85-789B27310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53AE0B-10CC-08D7-401F-4170CF66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6F9860-F328-0AD7-FEE6-F8EA07F6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75F82D-C34C-573B-2F70-8D5C71A1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2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8180F-3061-A88F-F725-05DA7472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F5B5D3-0970-0126-E04F-895510CCA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D4C73-53AD-7EAA-05BA-B80087FF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CB4A9-BB7B-39A9-1AA9-8A665033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29A16-B28D-5225-9A24-79D173FD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59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AF9A3A-63D6-E027-31A4-98448DE83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95DAB2-9D91-ADD0-9F6C-DA9AFE37A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0D48E-A5BA-0981-633B-3943D17D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B8A88F-9988-B6CC-8BD2-C4CD5CEB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174DC-F5CC-FB69-2340-3897C898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87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8999C1-EEC5-6218-1BF8-35C7A12A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CA593F-0E10-8596-9466-A7EFA5152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994AC-B108-C23B-507B-89CCB4063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C5CAC-418F-4395-B8D7-C520F44C7A37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5863F7-7027-2684-4199-8961E77C6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95BE63-5253-FD2D-E9FD-DDE58BFAD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C2F9E-000C-48A9-B3D7-35141A9F7C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4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910CA5-56CF-2902-2AC6-6806C176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87" y="785653"/>
            <a:ext cx="8602275" cy="22767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725DD2-E6CE-A747-74DD-E9288484D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87" y="3276439"/>
            <a:ext cx="10317015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4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CFE1AB-E217-9478-9749-4D5D7FE3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64" y="561878"/>
            <a:ext cx="9650172" cy="13908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829F91-F9DD-DDD2-EAA4-0A8F4A61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2226652"/>
            <a:ext cx="11820525" cy="386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9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영준 박</dc:creator>
  <cp:lastModifiedBy>ShinHyoYoung</cp:lastModifiedBy>
  <cp:revision>1</cp:revision>
  <dcterms:created xsi:type="dcterms:W3CDTF">2026-04-20T02:04:21Z</dcterms:created>
  <dcterms:modified xsi:type="dcterms:W3CDTF">2026-04-23T02:38:56Z</dcterms:modified>
</cp:coreProperties>
</file>