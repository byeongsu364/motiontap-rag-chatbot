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5341600" cy="10909300"/>
  <p:notesSz cx="15341600" cy="109093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0A581-9C3C-4DCB-8D71-7D81A22AFC15}" v="76" dt="2026-05-07T08:31:25.36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108" y="-16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3406" y="3381883"/>
            <a:ext cx="6611937" cy="22909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 u="heavy">
                <a:solidFill>
                  <a:schemeClr val="bg1"/>
                </a:solidFill>
                <a:latin typeface="나눔바른고딕OTF"/>
                <a:cs typeface="나눔바른고딕OT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6812" y="6109208"/>
            <a:ext cx="5445125" cy="2727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50000"/>
                </a:solidFill>
                <a:latin typeface="나눔명조OTF"/>
                <a:cs typeface="나눔명조OT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 u="heavy">
                <a:solidFill>
                  <a:schemeClr val="bg1"/>
                </a:solidFill>
                <a:latin typeface="나눔바른고딕OTF"/>
                <a:cs typeface="나눔바른고딕OT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50000"/>
                </a:solidFill>
                <a:latin typeface="나눔명조OTF"/>
                <a:cs typeface="나눔명조OT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 u="heavy">
                <a:solidFill>
                  <a:schemeClr val="bg1"/>
                </a:solidFill>
                <a:latin typeface="나눔바른고딕OTF"/>
                <a:cs typeface="나눔바른고딕OT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937" y="2509139"/>
            <a:ext cx="3383756" cy="7200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6056" y="2509139"/>
            <a:ext cx="3383756" cy="7200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 u="heavy">
                <a:solidFill>
                  <a:schemeClr val="bg1"/>
                </a:solidFill>
                <a:latin typeface="나눔바른고딕OTF"/>
                <a:cs typeface="나눔바른고딕OT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058410" cy="1036955"/>
          </a:xfrm>
          <a:custGeom>
            <a:avLst/>
            <a:gdLst/>
            <a:ahLst/>
            <a:cxnLst/>
            <a:rect l="l" t="t" r="r" b="b"/>
            <a:pathLst>
              <a:path w="5058410" h="1036955">
                <a:moveTo>
                  <a:pt x="5009705" y="0"/>
                </a:moveTo>
                <a:lnTo>
                  <a:pt x="8694" y="0"/>
                </a:lnTo>
                <a:lnTo>
                  <a:pt x="7847" y="654"/>
                </a:lnTo>
                <a:lnTo>
                  <a:pt x="0" y="10812"/>
                </a:lnTo>
                <a:lnTo>
                  <a:pt x="0" y="979201"/>
                </a:lnTo>
                <a:lnTo>
                  <a:pt x="7847" y="989359"/>
                </a:lnTo>
                <a:lnTo>
                  <a:pt x="40634" y="1014690"/>
                </a:lnTo>
                <a:lnTo>
                  <a:pt x="79333" y="1031021"/>
                </a:lnTo>
                <a:lnTo>
                  <a:pt x="122400" y="1036807"/>
                </a:lnTo>
                <a:lnTo>
                  <a:pt x="4895999" y="1036807"/>
                </a:lnTo>
                <a:lnTo>
                  <a:pt x="4939066" y="1031021"/>
                </a:lnTo>
                <a:lnTo>
                  <a:pt x="4977765" y="1014690"/>
                </a:lnTo>
                <a:lnTo>
                  <a:pt x="5010552" y="989359"/>
                </a:lnTo>
                <a:lnTo>
                  <a:pt x="5035883" y="956572"/>
                </a:lnTo>
                <a:lnTo>
                  <a:pt x="5052214" y="917873"/>
                </a:lnTo>
                <a:lnTo>
                  <a:pt x="5058001" y="874806"/>
                </a:lnTo>
                <a:lnTo>
                  <a:pt x="5058001" y="115206"/>
                </a:lnTo>
                <a:lnTo>
                  <a:pt x="5052214" y="72140"/>
                </a:lnTo>
                <a:lnTo>
                  <a:pt x="5035883" y="33441"/>
                </a:lnTo>
                <a:lnTo>
                  <a:pt x="5010552" y="654"/>
                </a:lnTo>
                <a:lnTo>
                  <a:pt x="5009705" y="0"/>
                </a:lnTo>
                <a:close/>
              </a:path>
            </a:pathLst>
          </a:custGeom>
          <a:solidFill>
            <a:srgbClr val="3F80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6300" y="406992"/>
            <a:ext cx="3490595" cy="37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 u="heavy">
                <a:solidFill>
                  <a:schemeClr val="bg1"/>
                </a:solidFill>
                <a:latin typeface="나눔바른고딕OTF"/>
                <a:cs typeface="나눔바른고딕OT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58999" y="1767251"/>
            <a:ext cx="6193790" cy="4830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50000"/>
                </a:solidFill>
                <a:latin typeface="나눔명조OTF"/>
                <a:cs typeface="나눔명조OT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4775" y="10145649"/>
            <a:ext cx="2489200" cy="545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937" y="10145649"/>
            <a:ext cx="1789112" cy="545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600700" y="10145649"/>
            <a:ext cx="1789112" cy="545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jp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4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32.jpg"/><Relationship Id="rId7" Type="http://schemas.openxmlformats.org/officeDocument/2006/relationships/image" Target="../media/image36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4.png"/><Relationship Id="rId7" Type="http://schemas.openxmlformats.org/officeDocument/2006/relationships/image" Target="../media/image41.png"/><Relationship Id="rId12" Type="http://schemas.openxmlformats.org/officeDocument/2006/relationships/image" Target="../media/image4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jp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7" Type="http://schemas.openxmlformats.org/officeDocument/2006/relationships/image" Target="../media/image52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62.png"/><Relationship Id="rId3" Type="http://schemas.openxmlformats.org/officeDocument/2006/relationships/image" Target="../media/image54.jpg"/><Relationship Id="rId7" Type="http://schemas.openxmlformats.org/officeDocument/2006/relationships/image" Target="../media/image2.png"/><Relationship Id="rId12" Type="http://schemas.openxmlformats.org/officeDocument/2006/relationships/image" Target="../media/image61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g"/><Relationship Id="rId11" Type="http://schemas.openxmlformats.org/officeDocument/2006/relationships/image" Target="../media/image60.png"/><Relationship Id="rId5" Type="http://schemas.openxmlformats.org/officeDocument/2006/relationships/image" Target="../media/image56.jpg"/><Relationship Id="rId10" Type="http://schemas.openxmlformats.org/officeDocument/2006/relationships/image" Target="../media/image59.png"/><Relationship Id="rId4" Type="http://schemas.openxmlformats.org/officeDocument/2006/relationships/image" Target="../media/image55.jp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g"/><Relationship Id="rId13" Type="http://schemas.openxmlformats.org/officeDocument/2006/relationships/image" Target="../media/image73.jpg"/><Relationship Id="rId18" Type="http://schemas.openxmlformats.org/officeDocument/2006/relationships/image" Target="../media/image78.png"/><Relationship Id="rId3" Type="http://schemas.openxmlformats.org/officeDocument/2006/relationships/image" Target="../media/image15.png"/><Relationship Id="rId7" Type="http://schemas.openxmlformats.org/officeDocument/2006/relationships/image" Target="../media/image67.jpg"/><Relationship Id="rId12" Type="http://schemas.openxmlformats.org/officeDocument/2006/relationships/image" Target="../media/image72.jpg"/><Relationship Id="rId17" Type="http://schemas.openxmlformats.org/officeDocument/2006/relationships/image" Target="../media/image77.png"/><Relationship Id="rId2" Type="http://schemas.openxmlformats.org/officeDocument/2006/relationships/image" Target="../media/image2.pn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jpg"/><Relationship Id="rId11" Type="http://schemas.openxmlformats.org/officeDocument/2006/relationships/image" Target="../media/image71.jpg"/><Relationship Id="rId5" Type="http://schemas.openxmlformats.org/officeDocument/2006/relationships/image" Target="../media/image65.jpg"/><Relationship Id="rId15" Type="http://schemas.openxmlformats.org/officeDocument/2006/relationships/image" Target="../media/image75.jpg"/><Relationship Id="rId10" Type="http://schemas.openxmlformats.org/officeDocument/2006/relationships/image" Target="../media/image70.jpg"/><Relationship Id="rId4" Type="http://schemas.openxmlformats.org/officeDocument/2006/relationships/image" Target="../media/image64.jpg"/><Relationship Id="rId9" Type="http://schemas.openxmlformats.org/officeDocument/2006/relationships/image" Target="../media/image69.png"/><Relationship Id="rId14" Type="http://schemas.openxmlformats.org/officeDocument/2006/relationships/image" Target="../media/image74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jpg"/><Relationship Id="rId3" Type="http://schemas.openxmlformats.org/officeDocument/2006/relationships/image" Target="../media/image14.png"/><Relationship Id="rId7" Type="http://schemas.openxmlformats.org/officeDocument/2006/relationships/image" Target="../media/image8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jpg"/><Relationship Id="rId5" Type="http://schemas.openxmlformats.org/officeDocument/2006/relationships/image" Target="../media/image15.png"/><Relationship Id="rId10" Type="http://schemas.openxmlformats.org/officeDocument/2006/relationships/image" Target="../media/image83.jpg"/><Relationship Id="rId4" Type="http://schemas.openxmlformats.org/officeDocument/2006/relationships/image" Target="../media/image16.png"/><Relationship Id="rId9" Type="http://schemas.openxmlformats.org/officeDocument/2006/relationships/image" Target="../media/image8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4098" y="10204749"/>
            <a:ext cx="8566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</a:tabLst>
            </a:pPr>
            <a:r>
              <a:rPr sz="1100" b="0" spc="-3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목차</a:t>
            </a:r>
            <a:r>
              <a:rPr sz="1100" b="0" spc="-10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3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안내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	</a:t>
            </a:r>
            <a:r>
              <a:rPr sz="1950" b="1" spc="-37" baseline="2136" dirty="0">
                <a:solidFill>
                  <a:srgbClr val="447AB2"/>
                </a:solidFill>
                <a:latin typeface="나눔바른고딕OTF"/>
                <a:cs typeface="나눔바른고딕OTF"/>
              </a:rPr>
              <a:t>01</a:t>
            </a:r>
            <a:endParaRPr sz="1950" baseline="2136">
              <a:latin typeface="나눔바른고딕OTF"/>
              <a:cs typeface="나눔바른고딕OT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7" y="648004"/>
            <a:ext cx="6480175" cy="510540"/>
          </a:xfrm>
          <a:custGeom>
            <a:avLst/>
            <a:gdLst/>
            <a:ahLst/>
            <a:cxnLst/>
            <a:rect l="l" t="t" r="r" b="b"/>
            <a:pathLst>
              <a:path w="6480175" h="510540">
                <a:moveTo>
                  <a:pt x="6225019" y="0"/>
                </a:moveTo>
                <a:lnTo>
                  <a:pt x="254990" y="0"/>
                </a:lnTo>
                <a:lnTo>
                  <a:pt x="209154" y="4108"/>
                </a:lnTo>
                <a:lnTo>
                  <a:pt x="166014" y="15952"/>
                </a:lnTo>
                <a:lnTo>
                  <a:pt x="126290" y="34813"/>
                </a:lnTo>
                <a:lnTo>
                  <a:pt x="90702" y="59969"/>
                </a:lnTo>
                <a:lnTo>
                  <a:pt x="59969" y="90702"/>
                </a:lnTo>
                <a:lnTo>
                  <a:pt x="34813" y="126290"/>
                </a:lnTo>
                <a:lnTo>
                  <a:pt x="15952" y="166014"/>
                </a:lnTo>
                <a:lnTo>
                  <a:pt x="4108" y="209154"/>
                </a:lnTo>
                <a:lnTo>
                  <a:pt x="0" y="254990"/>
                </a:lnTo>
                <a:lnTo>
                  <a:pt x="4108" y="300822"/>
                </a:lnTo>
                <a:lnTo>
                  <a:pt x="15952" y="343959"/>
                </a:lnTo>
                <a:lnTo>
                  <a:pt x="34813" y="383681"/>
                </a:lnTo>
                <a:lnTo>
                  <a:pt x="59969" y="419268"/>
                </a:lnTo>
                <a:lnTo>
                  <a:pt x="90702" y="449999"/>
                </a:lnTo>
                <a:lnTo>
                  <a:pt x="126290" y="475155"/>
                </a:lnTo>
                <a:lnTo>
                  <a:pt x="166014" y="494016"/>
                </a:lnTo>
                <a:lnTo>
                  <a:pt x="209154" y="505860"/>
                </a:lnTo>
                <a:lnTo>
                  <a:pt x="254990" y="509968"/>
                </a:lnTo>
                <a:lnTo>
                  <a:pt x="6225019" y="509968"/>
                </a:lnTo>
                <a:lnTo>
                  <a:pt x="6270851" y="505860"/>
                </a:lnTo>
                <a:lnTo>
                  <a:pt x="6313989" y="494016"/>
                </a:lnTo>
                <a:lnTo>
                  <a:pt x="6353713" y="475155"/>
                </a:lnTo>
                <a:lnTo>
                  <a:pt x="6389302" y="449999"/>
                </a:lnTo>
                <a:lnTo>
                  <a:pt x="6420036" y="419268"/>
                </a:lnTo>
                <a:lnTo>
                  <a:pt x="6445194" y="383681"/>
                </a:lnTo>
                <a:lnTo>
                  <a:pt x="6464055" y="343959"/>
                </a:lnTo>
                <a:lnTo>
                  <a:pt x="6475901" y="300822"/>
                </a:lnTo>
                <a:lnTo>
                  <a:pt x="6480009" y="254990"/>
                </a:lnTo>
                <a:lnTo>
                  <a:pt x="6475901" y="209154"/>
                </a:lnTo>
                <a:lnTo>
                  <a:pt x="6464055" y="166014"/>
                </a:lnTo>
                <a:lnTo>
                  <a:pt x="6445194" y="126290"/>
                </a:lnTo>
                <a:lnTo>
                  <a:pt x="6420036" y="90702"/>
                </a:lnTo>
                <a:lnTo>
                  <a:pt x="6389302" y="59969"/>
                </a:lnTo>
                <a:lnTo>
                  <a:pt x="6353713" y="34813"/>
                </a:lnTo>
                <a:lnTo>
                  <a:pt x="6313989" y="15952"/>
                </a:lnTo>
                <a:lnTo>
                  <a:pt x="6270851" y="4108"/>
                </a:lnTo>
                <a:lnTo>
                  <a:pt x="6225019" y="0"/>
                </a:lnTo>
                <a:close/>
              </a:path>
            </a:pathLst>
          </a:custGeom>
          <a:solidFill>
            <a:srgbClr val="447A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9299" y="747303"/>
            <a:ext cx="410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solidFill>
                  <a:srgbClr val="FFFFFF"/>
                </a:solidFill>
                <a:latin typeface="나눔바른고딕OTF"/>
                <a:cs typeface="나눔바른고딕OTF"/>
              </a:rPr>
              <a:t>목차</a:t>
            </a:r>
            <a:endParaRPr sz="1800">
              <a:latin typeface="나눔바른고딕OTF"/>
              <a:cs typeface="나눔바른고딕OT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8000" y="1266717"/>
            <a:ext cx="2757805" cy="268605"/>
          </a:xfrm>
          <a:custGeom>
            <a:avLst/>
            <a:gdLst/>
            <a:ahLst/>
            <a:cxnLst/>
            <a:rect l="l" t="t" r="r" b="b"/>
            <a:pathLst>
              <a:path w="2757804" h="268605">
                <a:moveTo>
                  <a:pt x="2623502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2623502" y="268198"/>
                </a:lnTo>
                <a:lnTo>
                  <a:pt x="2665885" y="261362"/>
                </a:lnTo>
                <a:lnTo>
                  <a:pt x="2702696" y="242326"/>
                </a:lnTo>
                <a:lnTo>
                  <a:pt x="2731726" y="213298"/>
                </a:lnTo>
                <a:lnTo>
                  <a:pt x="2750764" y="176487"/>
                </a:lnTo>
                <a:lnTo>
                  <a:pt x="2757601" y="134099"/>
                </a:lnTo>
                <a:lnTo>
                  <a:pt x="2750764" y="91711"/>
                </a:lnTo>
                <a:lnTo>
                  <a:pt x="2731726" y="54899"/>
                </a:lnTo>
                <a:lnTo>
                  <a:pt x="2702696" y="25871"/>
                </a:lnTo>
                <a:lnTo>
                  <a:pt x="2665885" y="6835"/>
                </a:lnTo>
                <a:lnTo>
                  <a:pt x="2623502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8000" y="4427481"/>
            <a:ext cx="2757805" cy="268605"/>
          </a:xfrm>
          <a:custGeom>
            <a:avLst/>
            <a:gdLst/>
            <a:ahLst/>
            <a:cxnLst/>
            <a:rect l="l" t="t" r="r" b="b"/>
            <a:pathLst>
              <a:path w="2757804" h="268604">
                <a:moveTo>
                  <a:pt x="2623502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2623502" y="268198"/>
                </a:lnTo>
                <a:lnTo>
                  <a:pt x="2665885" y="261362"/>
                </a:lnTo>
                <a:lnTo>
                  <a:pt x="2702696" y="242326"/>
                </a:lnTo>
                <a:lnTo>
                  <a:pt x="2731726" y="213298"/>
                </a:lnTo>
                <a:lnTo>
                  <a:pt x="2750764" y="176487"/>
                </a:lnTo>
                <a:lnTo>
                  <a:pt x="2757601" y="134099"/>
                </a:lnTo>
                <a:lnTo>
                  <a:pt x="2750764" y="91711"/>
                </a:lnTo>
                <a:lnTo>
                  <a:pt x="2731726" y="54899"/>
                </a:lnTo>
                <a:lnTo>
                  <a:pt x="2702696" y="25871"/>
                </a:lnTo>
                <a:lnTo>
                  <a:pt x="2665885" y="6835"/>
                </a:lnTo>
                <a:lnTo>
                  <a:pt x="2623502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8000" y="2696855"/>
            <a:ext cx="2757805" cy="268605"/>
          </a:xfrm>
          <a:custGeom>
            <a:avLst/>
            <a:gdLst/>
            <a:ahLst/>
            <a:cxnLst/>
            <a:rect l="l" t="t" r="r" b="b"/>
            <a:pathLst>
              <a:path w="2757804" h="268605">
                <a:moveTo>
                  <a:pt x="2623502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2623502" y="268198"/>
                </a:lnTo>
                <a:lnTo>
                  <a:pt x="2665885" y="261362"/>
                </a:lnTo>
                <a:lnTo>
                  <a:pt x="2702696" y="242326"/>
                </a:lnTo>
                <a:lnTo>
                  <a:pt x="2731726" y="213298"/>
                </a:lnTo>
                <a:lnTo>
                  <a:pt x="2750764" y="176487"/>
                </a:lnTo>
                <a:lnTo>
                  <a:pt x="2757601" y="134099"/>
                </a:lnTo>
                <a:lnTo>
                  <a:pt x="2750764" y="91711"/>
                </a:lnTo>
                <a:lnTo>
                  <a:pt x="2731726" y="54899"/>
                </a:lnTo>
                <a:lnTo>
                  <a:pt x="2702696" y="25871"/>
                </a:lnTo>
                <a:lnTo>
                  <a:pt x="2665885" y="6835"/>
                </a:lnTo>
                <a:lnTo>
                  <a:pt x="2623502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8000" y="5853309"/>
            <a:ext cx="2757805" cy="268605"/>
          </a:xfrm>
          <a:custGeom>
            <a:avLst/>
            <a:gdLst/>
            <a:ahLst/>
            <a:cxnLst/>
            <a:rect l="l" t="t" r="r" b="b"/>
            <a:pathLst>
              <a:path w="2757804" h="268604">
                <a:moveTo>
                  <a:pt x="2623502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2623502" y="268198"/>
                </a:lnTo>
                <a:lnTo>
                  <a:pt x="2665885" y="261362"/>
                </a:lnTo>
                <a:lnTo>
                  <a:pt x="2702696" y="242326"/>
                </a:lnTo>
                <a:lnTo>
                  <a:pt x="2731726" y="213298"/>
                </a:lnTo>
                <a:lnTo>
                  <a:pt x="2750764" y="176487"/>
                </a:lnTo>
                <a:lnTo>
                  <a:pt x="2757601" y="134099"/>
                </a:lnTo>
                <a:lnTo>
                  <a:pt x="2750764" y="91711"/>
                </a:lnTo>
                <a:lnTo>
                  <a:pt x="2731726" y="54899"/>
                </a:lnTo>
                <a:lnTo>
                  <a:pt x="2702696" y="25871"/>
                </a:lnTo>
                <a:lnTo>
                  <a:pt x="2665885" y="6835"/>
                </a:lnTo>
                <a:lnTo>
                  <a:pt x="2623502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6099" y="1288958"/>
            <a:ext cx="1543050" cy="542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231F20"/>
                </a:solidFill>
                <a:latin typeface="나눔바른고딕OTF"/>
                <a:cs typeface="나눔바른고딕OTF"/>
              </a:rPr>
              <a:t>01</a:t>
            </a:r>
            <a:r>
              <a:rPr sz="1200" b="1" spc="-10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10" dirty="0">
                <a:solidFill>
                  <a:srgbClr val="231F20"/>
                </a:solidFill>
                <a:latin typeface="나눔바른고딕OTF"/>
                <a:cs typeface="나눔바른고딕OTF"/>
              </a:rPr>
              <a:t>-</a:t>
            </a:r>
            <a:r>
              <a:rPr sz="1200" b="1" spc="-10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60" dirty="0">
                <a:solidFill>
                  <a:srgbClr val="231F20"/>
                </a:solidFill>
                <a:latin typeface="나눔바른고딕OTF"/>
                <a:cs typeface="나눔바른고딕OTF"/>
              </a:rPr>
              <a:t>모션탭</a:t>
            </a:r>
            <a:r>
              <a:rPr sz="1200" b="1" spc="-10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5" dirty="0">
                <a:solidFill>
                  <a:srgbClr val="231F20"/>
                </a:solidFill>
                <a:latin typeface="나눔바른고딕OTF"/>
                <a:cs typeface="나눔바른고딕OTF"/>
              </a:rPr>
              <a:t>소개</a:t>
            </a:r>
            <a:endParaRPr sz="1200">
              <a:latin typeface="나눔바른고딕OTF"/>
              <a:cs typeface="나눔바른고딕OTF"/>
            </a:endParaRPr>
          </a:p>
          <a:p>
            <a:pPr marL="168275" indent="-155575">
              <a:lnSpc>
                <a:spcPct val="100000"/>
              </a:lnSpc>
              <a:spcBef>
                <a:spcPts val="1150"/>
              </a:spcBef>
              <a:buClr>
                <a:srgbClr val="4676A8"/>
              </a:buClr>
              <a:buChar char="•"/>
              <a:tabLst>
                <a:tab pos="168275" algn="l"/>
              </a:tabLst>
            </a:pPr>
            <a:r>
              <a:rPr sz="1200" b="0" spc="-6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모션탭</a:t>
            </a:r>
            <a:r>
              <a:rPr sz="1200" b="0" spc="-10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주요</a:t>
            </a:r>
            <a:r>
              <a:rPr sz="1200" b="0" spc="-9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2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기능</a:t>
            </a:r>
            <a:endParaRPr sz="1200">
              <a:latin typeface="나눔바른고딕OTF Light"/>
              <a:cs typeface="나눔바른고딕OTF Light"/>
            </a:endParaRPr>
          </a:p>
          <a:p>
            <a:pPr marL="194310" indent="-181610">
              <a:lnSpc>
                <a:spcPct val="100000"/>
              </a:lnSpc>
              <a:spcBef>
                <a:spcPts val="960"/>
              </a:spcBef>
              <a:buClr>
                <a:srgbClr val="4676A8"/>
              </a:buClr>
              <a:buChar char="•"/>
              <a:tabLst>
                <a:tab pos="194310" algn="l"/>
              </a:tabLst>
            </a:pPr>
            <a:r>
              <a:rPr sz="12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제품</a:t>
            </a:r>
            <a:r>
              <a:rPr sz="1200" b="0" spc="-10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2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사양</a:t>
            </a:r>
            <a:endParaRPr sz="1200">
              <a:latin typeface="나눔바른고딕OTF Light"/>
              <a:cs typeface="나눔바른고딕OTF Light"/>
            </a:endParaRPr>
          </a:p>
          <a:p>
            <a:pPr marL="168275" indent="-155575">
              <a:lnSpc>
                <a:spcPct val="100000"/>
              </a:lnSpc>
              <a:spcBef>
                <a:spcPts val="960"/>
              </a:spcBef>
              <a:buClr>
                <a:srgbClr val="4676A8"/>
              </a:buClr>
              <a:buChar char="•"/>
              <a:tabLst>
                <a:tab pos="168275" algn="l"/>
              </a:tabLst>
            </a:pPr>
            <a:r>
              <a:rPr sz="12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제품</a:t>
            </a:r>
            <a:r>
              <a:rPr sz="1200" b="0" spc="-12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주의</a:t>
            </a:r>
            <a:r>
              <a:rPr sz="1200" b="0" spc="2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2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사항</a:t>
            </a:r>
            <a:endParaRPr sz="1200">
              <a:latin typeface="나눔바른고딕OTF Light"/>
              <a:cs typeface="나눔바른고딕OTF Light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buClr>
                <a:srgbClr val="4676A8"/>
              </a:buClr>
              <a:buFont typeface=""/>
              <a:buChar char="•"/>
            </a:pPr>
            <a:endParaRPr sz="1200">
              <a:latin typeface="나눔바른고딕OTF Light"/>
              <a:cs typeface="나눔바른고딕OTF Light"/>
            </a:endParaRPr>
          </a:p>
          <a:p>
            <a:pPr marL="102235">
              <a:lnSpc>
                <a:spcPct val="100000"/>
              </a:lnSpc>
            </a:pPr>
            <a:r>
              <a:rPr sz="1200" b="1" spc="-45" dirty="0">
                <a:solidFill>
                  <a:srgbClr val="231F20"/>
                </a:solidFill>
                <a:latin typeface="나눔바른고딕OTF"/>
                <a:cs typeface="나눔바른고딕OTF"/>
              </a:rPr>
              <a:t>02</a:t>
            </a:r>
            <a:r>
              <a:rPr sz="1200" b="1" spc="-11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10" dirty="0">
                <a:solidFill>
                  <a:srgbClr val="231F20"/>
                </a:solidFill>
                <a:latin typeface="나눔바른고딕OTF"/>
                <a:cs typeface="나눔바른고딕OTF"/>
              </a:rPr>
              <a:t>-</a:t>
            </a:r>
            <a:r>
              <a:rPr sz="1200" b="1" spc="-11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제품</a:t>
            </a:r>
            <a:r>
              <a:rPr sz="1200" b="1" spc="-11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0" dirty="0">
                <a:solidFill>
                  <a:srgbClr val="231F20"/>
                </a:solidFill>
                <a:latin typeface="나눔바른고딕OTF"/>
                <a:cs typeface="나눔바른고딕OTF"/>
              </a:rPr>
              <a:t>사</a:t>
            </a:r>
            <a:r>
              <a:rPr sz="1200" b="1" spc="-11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0" dirty="0">
                <a:solidFill>
                  <a:srgbClr val="231F20"/>
                </a:solidFill>
                <a:latin typeface="나눔바른고딕OTF"/>
                <a:cs typeface="나눔바른고딕OTF"/>
              </a:rPr>
              <a:t>용</a:t>
            </a:r>
            <a:r>
              <a:rPr sz="1200" b="1" spc="-10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5" dirty="0">
                <a:solidFill>
                  <a:srgbClr val="231F20"/>
                </a:solidFill>
                <a:latin typeface="나눔바른고딕OTF"/>
                <a:cs typeface="나눔바른고딕OTF"/>
              </a:rPr>
              <a:t>방법</a:t>
            </a:r>
            <a:endParaRPr sz="1200">
              <a:latin typeface="나눔바른고딕OTF"/>
              <a:cs typeface="나눔바른고딕OTF"/>
            </a:endParaRPr>
          </a:p>
          <a:p>
            <a:pPr marL="168275" indent="-155575">
              <a:lnSpc>
                <a:spcPct val="100000"/>
              </a:lnSpc>
              <a:spcBef>
                <a:spcPts val="1150"/>
              </a:spcBef>
              <a:buClr>
                <a:srgbClr val="4676A8"/>
              </a:buClr>
              <a:buChar char="•"/>
              <a:tabLst>
                <a:tab pos="168275" algn="l"/>
              </a:tabLst>
            </a:pPr>
            <a:r>
              <a:rPr sz="1200" b="0" spc="-6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앱설치</a:t>
            </a:r>
            <a:r>
              <a:rPr sz="1200" b="0" spc="-10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2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및</a:t>
            </a:r>
            <a:r>
              <a:rPr sz="1200" b="0" spc="-10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2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회원가입</a:t>
            </a:r>
            <a:endParaRPr sz="1200">
              <a:latin typeface="나눔바른고딕OTF Light"/>
              <a:cs typeface="나눔바른고딕OTF Light"/>
            </a:endParaRPr>
          </a:p>
          <a:p>
            <a:pPr marL="168275" indent="-155575">
              <a:lnSpc>
                <a:spcPct val="100000"/>
              </a:lnSpc>
              <a:spcBef>
                <a:spcPts val="960"/>
              </a:spcBef>
              <a:buClr>
                <a:srgbClr val="4676A8"/>
              </a:buClr>
              <a:buChar char="•"/>
              <a:tabLst>
                <a:tab pos="168275" algn="l"/>
              </a:tabLst>
            </a:pPr>
            <a:r>
              <a:rPr sz="12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제품</a:t>
            </a:r>
            <a:r>
              <a:rPr sz="1200" b="0" spc="-10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충전</a:t>
            </a:r>
            <a:r>
              <a:rPr sz="1200" b="0" spc="-10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2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및</a:t>
            </a:r>
            <a:r>
              <a:rPr sz="1200" b="0" spc="-10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6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영상가이드</a:t>
            </a:r>
            <a:endParaRPr sz="1200">
              <a:latin typeface="나눔바른고딕OTF Light"/>
              <a:cs typeface="나눔바른고딕OTF Light"/>
            </a:endParaRPr>
          </a:p>
          <a:p>
            <a:pPr marL="168275" indent="-155575">
              <a:lnSpc>
                <a:spcPct val="100000"/>
              </a:lnSpc>
              <a:spcBef>
                <a:spcPts val="960"/>
              </a:spcBef>
              <a:buClr>
                <a:srgbClr val="4676A8"/>
              </a:buClr>
              <a:buChar char="•"/>
              <a:tabLst>
                <a:tab pos="168275" algn="l"/>
              </a:tabLst>
            </a:pPr>
            <a:r>
              <a:rPr sz="1200" b="0" spc="-6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화면기본</a:t>
            </a:r>
            <a:r>
              <a:rPr sz="1200" b="0" spc="-8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3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구성</a:t>
            </a:r>
            <a:endParaRPr sz="1200">
              <a:latin typeface="나눔바른고딕OTF Light"/>
              <a:cs typeface="나눔바른고딕OTF Light"/>
            </a:endParaRPr>
          </a:p>
          <a:p>
            <a:pPr marL="168275" indent="-155575">
              <a:lnSpc>
                <a:spcPct val="100000"/>
              </a:lnSpc>
              <a:spcBef>
                <a:spcPts val="960"/>
              </a:spcBef>
              <a:buClr>
                <a:srgbClr val="4676A8"/>
              </a:buClr>
              <a:buChar char="•"/>
              <a:tabLst>
                <a:tab pos="168275" algn="l"/>
              </a:tabLst>
            </a:pPr>
            <a:r>
              <a:rPr sz="1200" b="0" spc="-6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동작방식</a:t>
            </a:r>
            <a:r>
              <a:rPr sz="1200" b="0" spc="-8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3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설명</a:t>
            </a:r>
            <a:endParaRPr sz="1200">
              <a:latin typeface="나눔바른고딕OTF Light"/>
              <a:cs typeface="나눔바른고딕OTF Light"/>
            </a:endParaRPr>
          </a:p>
          <a:p>
            <a:pPr>
              <a:lnSpc>
                <a:spcPct val="100000"/>
              </a:lnSpc>
              <a:spcBef>
                <a:spcPts val="1019"/>
              </a:spcBef>
              <a:buClr>
                <a:srgbClr val="4676A8"/>
              </a:buClr>
              <a:buFont typeface=""/>
              <a:buChar char="•"/>
            </a:pPr>
            <a:endParaRPr sz="1200">
              <a:latin typeface="나눔바른고딕OTF Light"/>
              <a:cs typeface="나눔바른고딕OTF Light"/>
            </a:endParaRPr>
          </a:p>
          <a:p>
            <a:pPr marL="102235">
              <a:lnSpc>
                <a:spcPct val="100000"/>
              </a:lnSpc>
            </a:pPr>
            <a:r>
              <a:rPr sz="1200" b="1" spc="-45" dirty="0">
                <a:solidFill>
                  <a:srgbClr val="231F20"/>
                </a:solidFill>
                <a:latin typeface="나눔바른고딕OTF"/>
                <a:cs typeface="나눔바른고딕OTF"/>
              </a:rPr>
              <a:t>03</a:t>
            </a:r>
            <a:r>
              <a:rPr sz="1200" b="1" spc="-114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10" dirty="0">
                <a:solidFill>
                  <a:srgbClr val="231F20"/>
                </a:solidFill>
                <a:latin typeface="나눔바른고딕OTF"/>
                <a:cs typeface="나눔바른고딕OTF"/>
              </a:rPr>
              <a:t>-</a:t>
            </a:r>
            <a:r>
              <a:rPr sz="1200" b="1" spc="-11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0" dirty="0">
                <a:solidFill>
                  <a:srgbClr val="231F20"/>
                </a:solidFill>
                <a:latin typeface="나눔바른고딕OTF"/>
                <a:cs typeface="나눔바른고딕OTF"/>
              </a:rPr>
              <a:t>사용법숙지</a:t>
            </a:r>
            <a:endParaRPr sz="1200">
              <a:latin typeface="나눔바른고딕OTF"/>
              <a:cs typeface="나눔바른고딕OTF"/>
            </a:endParaRPr>
          </a:p>
          <a:p>
            <a:pPr marL="168275" indent="-155575">
              <a:lnSpc>
                <a:spcPct val="100000"/>
              </a:lnSpc>
              <a:spcBef>
                <a:spcPts val="1150"/>
              </a:spcBef>
              <a:buClr>
                <a:srgbClr val="4676A8"/>
              </a:buClr>
              <a:buChar char="•"/>
              <a:tabLst>
                <a:tab pos="168275" algn="l"/>
              </a:tabLst>
            </a:pPr>
            <a:r>
              <a:rPr sz="1200" b="0" spc="-6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프로그램</a:t>
            </a:r>
            <a:r>
              <a:rPr sz="1200" b="0" spc="-9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활용</a:t>
            </a:r>
            <a:r>
              <a:rPr sz="1200" b="0" spc="-9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2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예제</a:t>
            </a:r>
            <a:endParaRPr sz="1200">
              <a:latin typeface="나눔바른고딕OTF Light"/>
              <a:cs typeface="나눔바른고딕OTF Light"/>
            </a:endParaRPr>
          </a:p>
          <a:p>
            <a:pPr marL="168275" indent="-155575">
              <a:lnSpc>
                <a:spcPct val="100000"/>
              </a:lnSpc>
              <a:spcBef>
                <a:spcPts val="960"/>
              </a:spcBef>
              <a:buClr>
                <a:srgbClr val="4676A8"/>
              </a:buClr>
              <a:buChar char="•"/>
              <a:tabLst>
                <a:tab pos="168275" algn="l"/>
              </a:tabLst>
            </a:pPr>
            <a:r>
              <a:rPr sz="1200" b="0" spc="-1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사용법숙지</a:t>
            </a:r>
            <a:endParaRPr sz="1200">
              <a:latin typeface="나눔바른고딕OTF Light"/>
              <a:cs typeface="나눔바른고딕OTF Light"/>
            </a:endParaRPr>
          </a:p>
          <a:p>
            <a:pPr marL="168275" indent="-155575">
              <a:lnSpc>
                <a:spcPct val="100000"/>
              </a:lnSpc>
              <a:spcBef>
                <a:spcPts val="960"/>
              </a:spcBef>
              <a:buClr>
                <a:srgbClr val="4676A8"/>
              </a:buClr>
              <a:buChar char="•"/>
              <a:tabLst>
                <a:tab pos="168275" algn="l"/>
              </a:tabLst>
            </a:pPr>
            <a:r>
              <a:rPr sz="12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제품</a:t>
            </a:r>
            <a:r>
              <a:rPr sz="1200" b="0" spc="-10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사용</a:t>
            </a:r>
            <a:r>
              <a:rPr sz="1200" b="0" spc="-9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6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프로세스</a:t>
            </a:r>
            <a:r>
              <a:rPr sz="1200" b="0" spc="-9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3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예제</a:t>
            </a:r>
            <a:endParaRPr sz="1200">
              <a:latin typeface="나눔바른고딕OTF Light"/>
              <a:cs typeface="나눔바른고딕OTF Light"/>
            </a:endParaRPr>
          </a:p>
          <a:p>
            <a:pPr>
              <a:lnSpc>
                <a:spcPct val="100000"/>
              </a:lnSpc>
              <a:spcBef>
                <a:spcPts val="1015"/>
              </a:spcBef>
              <a:buClr>
                <a:srgbClr val="4676A8"/>
              </a:buClr>
              <a:buFont typeface=""/>
              <a:buChar char="•"/>
            </a:pPr>
            <a:endParaRPr sz="1200">
              <a:latin typeface="나눔바른고딕OTF Light"/>
              <a:cs typeface="나눔바른고딕OTF Light"/>
            </a:endParaRPr>
          </a:p>
          <a:p>
            <a:pPr marL="102235">
              <a:lnSpc>
                <a:spcPct val="100000"/>
              </a:lnSpc>
            </a:pPr>
            <a:r>
              <a:rPr sz="1200" b="1" spc="-45" dirty="0">
                <a:solidFill>
                  <a:srgbClr val="231F20"/>
                </a:solidFill>
                <a:latin typeface="나눔바른고딕OTF"/>
                <a:cs typeface="나눔바른고딕OTF"/>
              </a:rPr>
              <a:t>04</a:t>
            </a:r>
            <a:r>
              <a:rPr sz="1200" b="1" spc="-10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10" dirty="0">
                <a:solidFill>
                  <a:srgbClr val="231F20"/>
                </a:solidFill>
                <a:latin typeface="나눔바른고딕OTF"/>
                <a:cs typeface="나눔바른고딕OTF"/>
              </a:rPr>
              <a:t>-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65" dirty="0">
                <a:solidFill>
                  <a:srgbClr val="231F20"/>
                </a:solidFill>
                <a:latin typeface="나눔바른고딕OTF"/>
                <a:cs typeface="나눔바른고딕OTF"/>
              </a:rPr>
              <a:t>장애등응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5" dirty="0">
                <a:solidFill>
                  <a:srgbClr val="231F20"/>
                </a:solidFill>
                <a:latin typeface="나눔바른고딕OTF"/>
                <a:cs typeface="나눔바른고딕OTF"/>
              </a:rPr>
              <a:t>방법</a:t>
            </a:r>
            <a:endParaRPr sz="1200">
              <a:latin typeface="나눔바른고딕OTF"/>
              <a:cs typeface="나눔바른고딕OTF"/>
            </a:endParaRPr>
          </a:p>
          <a:p>
            <a:pPr marL="168275" indent="-155575">
              <a:lnSpc>
                <a:spcPct val="100000"/>
              </a:lnSpc>
              <a:spcBef>
                <a:spcPts val="1155"/>
              </a:spcBef>
              <a:buClr>
                <a:srgbClr val="4676A8"/>
              </a:buClr>
              <a:buChar char="•"/>
              <a:tabLst>
                <a:tab pos="168275" algn="l"/>
              </a:tabLst>
            </a:pPr>
            <a:r>
              <a:rPr sz="12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기본</a:t>
            </a:r>
            <a:r>
              <a:rPr sz="1200" b="0" spc="-10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오류</a:t>
            </a:r>
            <a:r>
              <a:rPr sz="1200" b="0" spc="-10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2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대처</a:t>
            </a:r>
            <a:endParaRPr sz="1200">
              <a:latin typeface="나눔바른고딕OTF Light"/>
              <a:cs typeface="나눔바른고딕OTF Light"/>
            </a:endParaRPr>
          </a:p>
          <a:p>
            <a:pPr marL="168275" indent="-155575">
              <a:lnSpc>
                <a:spcPct val="100000"/>
              </a:lnSpc>
              <a:spcBef>
                <a:spcPts val="960"/>
              </a:spcBef>
              <a:buClr>
                <a:srgbClr val="4676A8"/>
              </a:buClr>
              <a:buChar char="•"/>
              <a:tabLst>
                <a:tab pos="168275" algn="l"/>
              </a:tabLst>
            </a:pPr>
            <a:r>
              <a:rPr sz="12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터치</a:t>
            </a:r>
            <a:r>
              <a:rPr sz="1200" b="0" spc="-10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센서</a:t>
            </a:r>
            <a:r>
              <a:rPr sz="1200" b="0" spc="-10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오류</a:t>
            </a:r>
            <a:r>
              <a:rPr sz="1200" b="0" spc="-10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200" b="0" spc="-2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대처</a:t>
            </a:r>
            <a:endParaRPr sz="1200">
              <a:latin typeface="나눔바른고딕OTF Light"/>
              <a:cs typeface="나눔바른고딕OTF Ligh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394" y="833696"/>
            <a:ext cx="140411" cy="138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853326"/>
            <a:ext cx="15144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0" spc="-5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PART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1.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PRODUCT</a:t>
            </a:r>
            <a:r>
              <a:rPr sz="700" b="0" spc="-3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DESCRIPTION</a:t>
            </a:r>
            <a:endParaRPr sz="700">
              <a:latin typeface="G마켓 산스 TTF Medium"/>
              <a:cs typeface="G마켓 산스 TTF Medium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1-1.</a:t>
            </a:r>
            <a:r>
              <a:rPr spc="-5" dirty="0"/>
              <a:t> </a:t>
            </a:r>
            <a:r>
              <a:rPr dirty="0"/>
              <a:t>모션탭 주요</a:t>
            </a:r>
            <a:r>
              <a:rPr spc="-5" dirty="0"/>
              <a:t> </a:t>
            </a:r>
            <a:r>
              <a:rPr spc="-25" dirty="0"/>
              <a:t>기능</a:t>
            </a:r>
          </a:p>
        </p:txBody>
      </p:sp>
      <p:sp>
        <p:nvSpPr>
          <p:cNvPr id="4" name="object 4"/>
          <p:cNvSpPr/>
          <p:nvPr/>
        </p:nvSpPr>
        <p:spPr>
          <a:xfrm>
            <a:off x="648000" y="1432805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5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2100" y="1455045"/>
            <a:ext cx="1105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solidFill>
                  <a:srgbClr val="231F20"/>
                </a:solidFill>
                <a:latin typeface="나눔바른고딕OTF"/>
                <a:cs typeface="나눔바른고딕OTF"/>
              </a:rPr>
              <a:t>모션탭의</a:t>
            </a:r>
            <a:r>
              <a:rPr sz="1200" b="1" spc="-9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주요</a:t>
            </a:r>
            <a:r>
              <a:rPr sz="1200" b="1" spc="-9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5" dirty="0">
                <a:solidFill>
                  <a:srgbClr val="231F20"/>
                </a:solidFill>
                <a:latin typeface="나눔바른고딕OTF"/>
                <a:cs typeface="나눔바른고딕OTF"/>
              </a:rPr>
              <a:t>기능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6300" y="3903029"/>
            <a:ext cx="6481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IOT기반의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운동기구와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연동형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앱(APP)으로</a:t>
            </a:r>
            <a:r>
              <a:rPr sz="10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구성된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플랫폼은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운동기구에</a:t>
            </a:r>
            <a:r>
              <a:rPr sz="1000" spc="-114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676A8"/>
                </a:solidFill>
                <a:latin typeface="나눔바른고딕OTF"/>
                <a:cs typeface="나눔바른고딕OTF"/>
              </a:rPr>
              <a:t>[불빛이</a:t>
            </a:r>
            <a:r>
              <a:rPr sz="1000" spc="-3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spc="-20" dirty="0">
                <a:solidFill>
                  <a:srgbClr val="4676A8"/>
                </a:solidFill>
                <a:latin typeface="나눔바른고딕OTF"/>
                <a:cs typeface="나눔바른고딕OTF"/>
              </a:rPr>
              <a:t>들어오면</a:t>
            </a:r>
            <a:r>
              <a:rPr sz="1000" spc="-3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spc="-20" dirty="0">
                <a:solidFill>
                  <a:srgbClr val="4676A8"/>
                </a:solidFill>
                <a:latin typeface="나눔바른고딕OTF"/>
                <a:cs typeface="나눔바른고딕OTF"/>
              </a:rPr>
              <a:t>불빛을</a:t>
            </a:r>
            <a:r>
              <a:rPr sz="1000" spc="-3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spc="-10" dirty="0">
                <a:solidFill>
                  <a:srgbClr val="4676A8"/>
                </a:solidFill>
                <a:latin typeface="나눔바른고딕OTF"/>
                <a:cs typeface="나눔바른고딕OTF"/>
              </a:rPr>
              <a:t>끄는</a:t>
            </a:r>
            <a:r>
              <a:rPr sz="1000" spc="-3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spc="-10" dirty="0">
                <a:solidFill>
                  <a:srgbClr val="4676A8"/>
                </a:solidFill>
                <a:latin typeface="나눔바른고딕OTF"/>
                <a:cs typeface="나눔바른고딕OTF"/>
              </a:rPr>
              <a:t>행위]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를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2가지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센서로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동작하는데,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기구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위에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신체를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일정한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거리에서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감지했을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때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동작하는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676A8"/>
                </a:solidFill>
                <a:latin typeface="나눔바른고딕OTF"/>
                <a:cs typeface="나눔바른고딕OTF"/>
              </a:rPr>
              <a:t>[레이저</a:t>
            </a:r>
            <a:r>
              <a:rPr sz="1000" spc="-40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spc="-10" dirty="0">
                <a:solidFill>
                  <a:srgbClr val="4676A8"/>
                </a:solidFill>
                <a:latin typeface="나눔바른고딕OTF"/>
                <a:cs typeface="나눔바른고딕OTF"/>
              </a:rPr>
              <a:t>센서]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기구에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물리적인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접촉의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움직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6300" y="4436429"/>
            <a:ext cx="32962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임을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감지했을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때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동작하는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4676A8"/>
                </a:solidFill>
                <a:latin typeface="나눔바른고딕OTF"/>
                <a:cs typeface="나눔바른고딕OTF"/>
              </a:rPr>
              <a:t>[가속도(터치)</a:t>
            </a:r>
            <a:r>
              <a:rPr sz="1000" spc="-40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dirty="0">
                <a:solidFill>
                  <a:srgbClr val="4676A8"/>
                </a:solidFill>
                <a:latin typeface="나눔바른고딕OTF"/>
                <a:cs typeface="나눔바른고딕OTF"/>
              </a:rPr>
              <a:t>센서]</a:t>
            </a:r>
            <a:r>
              <a:rPr sz="1000" spc="30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등이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6300" y="8483192"/>
            <a:ext cx="648525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스포츠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유형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및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교육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방식의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요구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사항을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수용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및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수정할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강력한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교육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프로그램들을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갖추고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각각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의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운동기구들은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모바일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앱을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통해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제어할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있으며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운동자는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프로그램의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설정값을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수정하거나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고유한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요법으로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직접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프로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그램을</a:t>
            </a:r>
            <a:r>
              <a:rPr sz="1000" spc="-7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만들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90800" y="4729274"/>
            <a:ext cx="6502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과정에서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운동자의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성능에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대한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다양한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측정값이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실시간으로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보여주고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종료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이후에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결과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값을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도표로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제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공합니다.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1/100초까지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정량적인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측정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데이터를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확인할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있기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때문에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이를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활용하여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결과를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평가할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90800" y="8162805"/>
            <a:ext cx="65081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충전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크래들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위에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기구를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쌓아서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충전하는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방식으로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불필요한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케이블을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줄였습니다.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충전중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상단에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LED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표시등이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있기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때문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직관적으로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색상을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통해서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완충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상태를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알수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(최대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6개까지만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권장합니다.)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90630" y="8276873"/>
            <a:ext cx="17862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676A8"/>
                </a:solidFill>
                <a:latin typeface="나눔바른고딕OTF"/>
                <a:cs typeface="나눔바른고딕OTF"/>
              </a:rPr>
              <a:t>-</a:t>
            </a:r>
            <a:r>
              <a:rPr sz="1000" b="1" spc="-30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20" dirty="0">
                <a:solidFill>
                  <a:srgbClr val="4676A8"/>
                </a:solidFill>
                <a:latin typeface="나눔바른고딕OTF"/>
                <a:cs typeface="나눔바른고딕OTF"/>
              </a:rPr>
              <a:t>다양한방식의</a:t>
            </a:r>
            <a:r>
              <a:rPr sz="1000" b="1" spc="-2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20" dirty="0">
                <a:solidFill>
                  <a:srgbClr val="4676A8"/>
                </a:solidFill>
                <a:latin typeface="나눔바른고딕OTF"/>
                <a:cs typeface="나눔바른고딕OTF"/>
              </a:rPr>
              <a:t>7가지의</a:t>
            </a:r>
            <a:r>
              <a:rPr sz="1000" b="1" spc="-2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20" dirty="0">
                <a:solidFill>
                  <a:srgbClr val="4676A8"/>
                </a:solidFill>
                <a:latin typeface="나눔바른고딕OTF"/>
                <a:cs typeface="나눔바른고딕OTF"/>
              </a:rPr>
              <a:t>동작방식</a:t>
            </a:r>
            <a:r>
              <a:rPr sz="1000" b="1" spc="-30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50" dirty="0">
                <a:solidFill>
                  <a:srgbClr val="4676A8"/>
                </a:solidFill>
                <a:latin typeface="나눔바른고딕OTF"/>
                <a:cs typeface="나눔바른고딕OTF"/>
              </a:rPr>
              <a:t>-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94920" y="4522955"/>
            <a:ext cx="2106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676A8"/>
                </a:solidFill>
                <a:latin typeface="나눔바른고딕OTF"/>
                <a:cs typeface="나눔바른고딕OTF"/>
              </a:rPr>
              <a:t>-</a:t>
            </a:r>
            <a:r>
              <a:rPr sz="1000" b="1" spc="-30" dirty="0">
                <a:solidFill>
                  <a:srgbClr val="4676A8"/>
                </a:solidFill>
                <a:latin typeface="나눔바른고딕OTF"/>
                <a:cs typeface="나눔바른고딕OTF"/>
              </a:rPr>
              <a:t> 1/100초까지</a:t>
            </a:r>
            <a:r>
              <a:rPr sz="1000" b="1" spc="-2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20" dirty="0">
                <a:solidFill>
                  <a:srgbClr val="4676A8"/>
                </a:solidFill>
                <a:latin typeface="나눔바른고딕OTF"/>
                <a:cs typeface="나눔바른고딕OTF"/>
              </a:rPr>
              <a:t>정량적</a:t>
            </a:r>
            <a:r>
              <a:rPr sz="1000" b="1" spc="-30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10" dirty="0">
                <a:solidFill>
                  <a:srgbClr val="4676A8"/>
                </a:solidFill>
                <a:latin typeface="나눔바른고딕OTF"/>
                <a:cs typeface="나눔바른고딕OTF"/>
              </a:rPr>
              <a:t>측정</a:t>
            </a:r>
            <a:r>
              <a:rPr sz="1000" b="1" spc="-2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20" dirty="0">
                <a:solidFill>
                  <a:srgbClr val="4676A8"/>
                </a:solidFill>
                <a:latin typeface="나눔바른고딕OTF"/>
                <a:cs typeface="나눔바른고딕OTF"/>
              </a:rPr>
              <a:t>데이터</a:t>
            </a:r>
            <a:r>
              <a:rPr sz="1000" b="1" spc="-2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10" dirty="0">
                <a:solidFill>
                  <a:srgbClr val="4676A8"/>
                </a:solidFill>
                <a:latin typeface="나눔바른고딕OTF"/>
                <a:cs typeface="나눔바른고딕OTF"/>
              </a:rPr>
              <a:t>제공</a:t>
            </a:r>
            <a:r>
              <a:rPr sz="1000" b="1" spc="-30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50" dirty="0">
                <a:solidFill>
                  <a:srgbClr val="4676A8"/>
                </a:solidFill>
                <a:latin typeface="나눔바른고딕OTF"/>
                <a:cs typeface="나눔바른고딕OTF"/>
              </a:rPr>
              <a:t>-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38506" y="7956486"/>
            <a:ext cx="26193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676A8"/>
                </a:solidFill>
                <a:latin typeface="나눔바른고딕OTF"/>
                <a:cs typeface="나눔바른고딕OTF"/>
              </a:rPr>
              <a:t>-</a:t>
            </a:r>
            <a:r>
              <a:rPr sz="1000" b="1" spc="-3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20" dirty="0">
                <a:solidFill>
                  <a:srgbClr val="4676A8"/>
                </a:solidFill>
                <a:latin typeface="나눔바른고딕OTF"/>
                <a:cs typeface="나눔바른고딕OTF"/>
              </a:rPr>
              <a:t>운동기구를</a:t>
            </a:r>
            <a:r>
              <a:rPr sz="1000" b="1" spc="-3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20" dirty="0">
                <a:solidFill>
                  <a:srgbClr val="4676A8"/>
                </a:solidFill>
                <a:latin typeface="나눔바른고딕OTF"/>
                <a:cs typeface="나눔바른고딕OTF"/>
              </a:rPr>
              <a:t>층층이</a:t>
            </a:r>
            <a:r>
              <a:rPr sz="1000" b="1" spc="-3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20" dirty="0">
                <a:solidFill>
                  <a:srgbClr val="4676A8"/>
                </a:solidFill>
                <a:latin typeface="나눔바른고딕OTF"/>
                <a:cs typeface="나눔바른고딕OTF"/>
              </a:rPr>
              <a:t>겹쳐서</a:t>
            </a:r>
            <a:r>
              <a:rPr sz="1000" b="1" spc="-3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10" dirty="0">
                <a:solidFill>
                  <a:srgbClr val="4676A8"/>
                </a:solidFill>
                <a:latin typeface="나눔바른고딕OTF"/>
                <a:cs typeface="나눔바른고딕OTF"/>
              </a:rPr>
              <a:t>쌓는</a:t>
            </a:r>
            <a:r>
              <a:rPr sz="1000" b="1" spc="-3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20" dirty="0">
                <a:solidFill>
                  <a:srgbClr val="4676A8"/>
                </a:solidFill>
                <a:latin typeface="나눔바른고딕OTF"/>
                <a:cs typeface="나눔바른고딕OTF"/>
              </a:rPr>
              <a:t>편리한</a:t>
            </a:r>
            <a:r>
              <a:rPr sz="1000" b="1" spc="-30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10" dirty="0">
                <a:solidFill>
                  <a:srgbClr val="4676A8"/>
                </a:solidFill>
                <a:latin typeface="나눔바른고딕OTF"/>
                <a:cs typeface="나눔바른고딕OTF"/>
              </a:rPr>
              <a:t>충전</a:t>
            </a:r>
            <a:r>
              <a:rPr sz="1000" b="1" spc="-3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dirty="0">
                <a:solidFill>
                  <a:srgbClr val="4676A8"/>
                </a:solidFill>
                <a:latin typeface="나눔바른고딕OTF"/>
                <a:cs typeface="나눔바른고딕OTF"/>
              </a:rPr>
              <a:t>방식</a:t>
            </a:r>
            <a:r>
              <a:rPr sz="1000" b="1" spc="17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1000" b="1" spc="-50" dirty="0">
                <a:solidFill>
                  <a:srgbClr val="4676A8"/>
                </a:solidFill>
                <a:latin typeface="나눔바른고딕OTF"/>
                <a:cs typeface="나눔바른고딕OTF"/>
              </a:rPr>
              <a:t>-</a:t>
            </a:r>
            <a:endParaRPr sz="1000">
              <a:latin typeface="나눔바른고딕OTF"/>
              <a:cs typeface="나눔바른고딕OTF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106" y="1528203"/>
            <a:ext cx="73799" cy="737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6794" y="1829600"/>
            <a:ext cx="1802709" cy="200237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48495" y="2058479"/>
            <a:ext cx="4145415" cy="174949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96536" y="1432814"/>
            <a:ext cx="6298428" cy="303479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8004" y="4999825"/>
            <a:ext cx="3117596" cy="68164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8004" y="5801614"/>
            <a:ext cx="3117595" cy="68164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8004" y="6615658"/>
            <a:ext cx="3117595" cy="68164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8004" y="7429690"/>
            <a:ext cx="3117595" cy="68164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10400" y="4999825"/>
            <a:ext cx="3117589" cy="68164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10400" y="5801614"/>
            <a:ext cx="3117589" cy="68164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10400" y="6615658"/>
            <a:ext cx="3117589" cy="68164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814852" y="5545112"/>
            <a:ext cx="3202175" cy="2330957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635299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02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482795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03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64699" y="10252781"/>
            <a:ext cx="125222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3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01</a:t>
            </a:r>
            <a:r>
              <a:rPr sz="1100" b="0" spc="-9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 </a:t>
            </a: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모션탭</a:t>
            </a:r>
            <a:r>
              <a:rPr sz="1100" b="0" spc="-9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2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소개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118072" y="10252781"/>
            <a:ext cx="124650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모션탭</a:t>
            </a:r>
            <a:r>
              <a:rPr sz="1100" b="0" spc="-9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3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소개</a:t>
            </a: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9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9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2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01</a:t>
            </a:r>
            <a:endParaRPr sz="1100">
              <a:latin typeface="나눔바른고딕OTF Light"/>
              <a:cs typeface="나눔바른고딕OTF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68000" y="0"/>
            <a:ext cx="4957445" cy="1036955"/>
          </a:xfrm>
          <a:custGeom>
            <a:avLst/>
            <a:gdLst/>
            <a:ahLst/>
            <a:cxnLst/>
            <a:rect l="l" t="t" r="r" b="b"/>
            <a:pathLst>
              <a:path w="4957445" h="1036955">
                <a:moveTo>
                  <a:pt x="4957203" y="0"/>
                </a:moveTo>
                <a:lnTo>
                  <a:pt x="0" y="0"/>
                </a:lnTo>
                <a:lnTo>
                  <a:pt x="0" y="1036807"/>
                </a:lnTo>
                <a:lnTo>
                  <a:pt x="4795202" y="1036807"/>
                </a:lnTo>
                <a:lnTo>
                  <a:pt x="4838269" y="1031021"/>
                </a:lnTo>
                <a:lnTo>
                  <a:pt x="4876967" y="1014690"/>
                </a:lnTo>
                <a:lnTo>
                  <a:pt x="4909754" y="989359"/>
                </a:lnTo>
                <a:lnTo>
                  <a:pt x="4935085" y="956572"/>
                </a:lnTo>
                <a:lnTo>
                  <a:pt x="4951416" y="917873"/>
                </a:lnTo>
                <a:lnTo>
                  <a:pt x="4957203" y="874806"/>
                </a:lnTo>
                <a:lnTo>
                  <a:pt x="4957203" y="0"/>
                </a:lnTo>
                <a:close/>
              </a:path>
            </a:pathLst>
          </a:custGeom>
          <a:solidFill>
            <a:srgbClr val="3F80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5299" y="853326"/>
            <a:ext cx="15144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0" spc="-5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PART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1.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PRODUCT</a:t>
            </a:r>
            <a:r>
              <a:rPr sz="700" b="0" spc="-3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DESCRIPTION</a:t>
            </a:r>
            <a:endParaRPr sz="700">
              <a:latin typeface="G마켓 산스 TTF Medium"/>
              <a:cs typeface="G마켓 산스 TTF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93499" y="406992"/>
            <a:ext cx="2383155" cy="578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1-3.</a:t>
            </a:r>
            <a:r>
              <a:rPr sz="23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 </a:t>
            </a:r>
            <a:r>
              <a:rPr sz="23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제품 주의</a:t>
            </a:r>
            <a:r>
              <a:rPr sz="23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 </a:t>
            </a:r>
            <a:r>
              <a:rPr sz="2300" b="1" u="heavy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사항</a:t>
            </a:r>
            <a:endParaRPr sz="2300">
              <a:latin typeface="나눔바른고딕OTF"/>
              <a:cs typeface="나눔바른고딕OTF"/>
            </a:endParaRPr>
          </a:p>
          <a:p>
            <a:pPr marL="21590">
              <a:lnSpc>
                <a:spcPct val="100000"/>
              </a:lnSpc>
              <a:spcBef>
                <a:spcPts val="755"/>
              </a:spcBef>
            </a:pPr>
            <a:r>
              <a:rPr sz="700" b="0" spc="-5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PART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1.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PRODUCT</a:t>
            </a:r>
            <a:r>
              <a:rPr sz="700" b="0" spc="-3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1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DESCRIPTION</a:t>
            </a:r>
            <a:endParaRPr sz="700">
              <a:latin typeface="G마켓 산스 TTF Medium"/>
              <a:cs typeface="G마켓 산스 TTF Medium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1-2.</a:t>
            </a:r>
            <a:r>
              <a:rPr spc="-5" dirty="0"/>
              <a:t> </a:t>
            </a:r>
            <a:r>
              <a:rPr dirty="0"/>
              <a:t>제품</a:t>
            </a:r>
            <a:r>
              <a:rPr spc="-5" dirty="0"/>
              <a:t> </a:t>
            </a:r>
            <a:r>
              <a:rPr spc="-25" dirty="0"/>
              <a:t>사양</a:t>
            </a:r>
          </a:p>
        </p:txBody>
      </p:sp>
      <p:grpSp>
        <p:nvGrpSpPr>
          <p:cNvPr id="63" name="object 63"/>
          <p:cNvGrpSpPr/>
          <p:nvPr/>
        </p:nvGrpSpPr>
        <p:grpSpPr>
          <a:xfrm>
            <a:off x="626300" y="2129759"/>
            <a:ext cx="6489065" cy="6422491"/>
            <a:chOff x="639000" y="1861210"/>
            <a:chExt cx="6489065" cy="6422491"/>
          </a:xfrm>
        </p:grpSpPr>
        <p:sp>
          <p:nvSpPr>
            <p:cNvPr id="64" name="object 64"/>
            <p:cNvSpPr/>
            <p:nvPr/>
          </p:nvSpPr>
          <p:spPr>
            <a:xfrm>
              <a:off x="639000" y="1861210"/>
              <a:ext cx="6489065" cy="6422390"/>
            </a:xfrm>
            <a:custGeom>
              <a:avLst/>
              <a:gdLst/>
              <a:ahLst/>
              <a:cxnLst/>
              <a:rect l="l" t="t" r="r" b="b"/>
              <a:pathLst>
                <a:path w="6489065" h="6422390">
                  <a:moveTo>
                    <a:pt x="6489001" y="3937597"/>
                  </a:moveTo>
                  <a:lnTo>
                    <a:pt x="1310030" y="3937597"/>
                  </a:lnTo>
                  <a:lnTo>
                    <a:pt x="1310030" y="3600170"/>
                  </a:lnTo>
                  <a:lnTo>
                    <a:pt x="1294739" y="3600170"/>
                  </a:lnTo>
                  <a:lnTo>
                    <a:pt x="1294739" y="3937597"/>
                  </a:lnTo>
                  <a:lnTo>
                    <a:pt x="0" y="3937597"/>
                  </a:lnTo>
                  <a:lnTo>
                    <a:pt x="0" y="3952900"/>
                  </a:lnTo>
                  <a:lnTo>
                    <a:pt x="1294739" y="3952900"/>
                  </a:lnTo>
                  <a:lnTo>
                    <a:pt x="1294739" y="4290326"/>
                  </a:lnTo>
                  <a:lnTo>
                    <a:pt x="0" y="4290326"/>
                  </a:lnTo>
                  <a:lnTo>
                    <a:pt x="0" y="4305630"/>
                  </a:lnTo>
                  <a:lnTo>
                    <a:pt x="1294739" y="4305630"/>
                  </a:lnTo>
                  <a:lnTo>
                    <a:pt x="1294739" y="4643056"/>
                  </a:lnTo>
                  <a:lnTo>
                    <a:pt x="0" y="4643056"/>
                  </a:lnTo>
                  <a:lnTo>
                    <a:pt x="0" y="4658360"/>
                  </a:lnTo>
                  <a:lnTo>
                    <a:pt x="1294739" y="4658360"/>
                  </a:lnTo>
                  <a:lnTo>
                    <a:pt x="1294739" y="4995786"/>
                  </a:lnTo>
                  <a:lnTo>
                    <a:pt x="0" y="4995786"/>
                  </a:lnTo>
                  <a:lnTo>
                    <a:pt x="0" y="5011090"/>
                  </a:lnTo>
                  <a:lnTo>
                    <a:pt x="1294739" y="5011090"/>
                  </a:lnTo>
                  <a:lnTo>
                    <a:pt x="1294739" y="5348503"/>
                  </a:lnTo>
                  <a:lnTo>
                    <a:pt x="0" y="5348503"/>
                  </a:lnTo>
                  <a:lnTo>
                    <a:pt x="0" y="5363807"/>
                  </a:lnTo>
                  <a:lnTo>
                    <a:pt x="1294739" y="5363807"/>
                  </a:lnTo>
                  <a:lnTo>
                    <a:pt x="1294739" y="5701233"/>
                  </a:lnTo>
                  <a:lnTo>
                    <a:pt x="0" y="5701233"/>
                  </a:lnTo>
                  <a:lnTo>
                    <a:pt x="0" y="5716524"/>
                  </a:lnTo>
                  <a:lnTo>
                    <a:pt x="1294739" y="5716524"/>
                  </a:lnTo>
                  <a:lnTo>
                    <a:pt x="1294739" y="6053975"/>
                  </a:lnTo>
                  <a:lnTo>
                    <a:pt x="0" y="6053975"/>
                  </a:lnTo>
                  <a:lnTo>
                    <a:pt x="0" y="6069266"/>
                  </a:lnTo>
                  <a:lnTo>
                    <a:pt x="1294739" y="6069266"/>
                  </a:lnTo>
                  <a:lnTo>
                    <a:pt x="1294739" y="6421983"/>
                  </a:lnTo>
                  <a:lnTo>
                    <a:pt x="1310030" y="6421983"/>
                  </a:lnTo>
                  <a:lnTo>
                    <a:pt x="1310030" y="6069266"/>
                  </a:lnTo>
                  <a:lnTo>
                    <a:pt x="6489001" y="6069266"/>
                  </a:lnTo>
                  <a:lnTo>
                    <a:pt x="6489001" y="6053975"/>
                  </a:lnTo>
                  <a:lnTo>
                    <a:pt x="1310030" y="6053975"/>
                  </a:lnTo>
                  <a:lnTo>
                    <a:pt x="1310030" y="5716536"/>
                  </a:lnTo>
                  <a:lnTo>
                    <a:pt x="6489001" y="5716524"/>
                  </a:lnTo>
                  <a:lnTo>
                    <a:pt x="6489001" y="5701233"/>
                  </a:lnTo>
                  <a:lnTo>
                    <a:pt x="1310030" y="5701233"/>
                  </a:lnTo>
                  <a:lnTo>
                    <a:pt x="1310030" y="5363819"/>
                  </a:lnTo>
                  <a:lnTo>
                    <a:pt x="6489001" y="5363807"/>
                  </a:lnTo>
                  <a:lnTo>
                    <a:pt x="6489001" y="5348503"/>
                  </a:lnTo>
                  <a:lnTo>
                    <a:pt x="1310030" y="5348503"/>
                  </a:lnTo>
                  <a:lnTo>
                    <a:pt x="1310030" y="5011090"/>
                  </a:lnTo>
                  <a:lnTo>
                    <a:pt x="6489001" y="5011090"/>
                  </a:lnTo>
                  <a:lnTo>
                    <a:pt x="6489001" y="4995786"/>
                  </a:lnTo>
                  <a:lnTo>
                    <a:pt x="1310030" y="4995786"/>
                  </a:lnTo>
                  <a:lnTo>
                    <a:pt x="1310030" y="4658360"/>
                  </a:lnTo>
                  <a:lnTo>
                    <a:pt x="6489001" y="4658360"/>
                  </a:lnTo>
                  <a:lnTo>
                    <a:pt x="6489001" y="4643056"/>
                  </a:lnTo>
                  <a:lnTo>
                    <a:pt x="1310030" y="4643056"/>
                  </a:lnTo>
                  <a:lnTo>
                    <a:pt x="1310030" y="4305630"/>
                  </a:lnTo>
                  <a:lnTo>
                    <a:pt x="6489001" y="4305630"/>
                  </a:lnTo>
                  <a:lnTo>
                    <a:pt x="6489001" y="4290326"/>
                  </a:lnTo>
                  <a:lnTo>
                    <a:pt x="1310030" y="4290326"/>
                  </a:lnTo>
                  <a:lnTo>
                    <a:pt x="1310030" y="3952900"/>
                  </a:lnTo>
                  <a:lnTo>
                    <a:pt x="6489001" y="3952900"/>
                  </a:lnTo>
                  <a:lnTo>
                    <a:pt x="6489001" y="3937597"/>
                  </a:lnTo>
                  <a:close/>
                </a:path>
                <a:path w="6489065" h="6422390">
                  <a:moveTo>
                    <a:pt x="6489001" y="763041"/>
                  </a:moveTo>
                  <a:lnTo>
                    <a:pt x="1310030" y="763041"/>
                  </a:lnTo>
                  <a:lnTo>
                    <a:pt x="1310030" y="425615"/>
                  </a:lnTo>
                  <a:lnTo>
                    <a:pt x="1294739" y="425615"/>
                  </a:lnTo>
                  <a:lnTo>
                    <a:pt x="1294739" y="763041"/>
                  </a:lnTo>
                  <a:lnTo>
                    <a:pt x="1294739" y="778344"/>
                  </a:lnTo>
                  <a:lnTo>
                    <a:pt x="1294739" y="1115771"/>
                  </a:lnTo>
                  <a:lnTo>
                    <a:pt x="0" y="1115771"/>
                  </a:lnTo>
                  <a:lnTo>
                    <a:pt x="0" y="1131062"/>
                  </a:lnTo>
                  <a:lnTo>
                    <a:pt x="1294739" y="1131062"/>
                  </a:lnTo>
                  <a:lnTo>
                    <a:pt x="1294739" y="1468488"/>
                  </a:lnTo>
                  <a:lnTo>
                    <a:pt x="0" y="1468488"/>
                  </a:lnTo>
                  <a:lnTo>
                    <a:pt x="0" y="1483779"/>
                  </a:lnTo>
                  <a:lnTo>
                    <a:pt x="1294739" y="1483779"/>
                  </a:lnTo>
                  <a:lnTo>
                    <a:pt x="1294739" y="1821230"/>
                  </a:lnTo>
                  <a:lnTo>
                    <a:pt x="0" y="1821230"/>
                  </a:lnTo>
                  <a:lnTo>
                    <a:pt x="0" y="1836521"/>
                  </a:lnTo>
                  <a:lnTo>
                    <a:pt x="1294739" y="1836521"/>
                  </a:lnTo>
                  <a:lnTo>
                    <a:pt x="1294739" y="2173948"/>
                  </a:lnTo>
                  <a:lnTo>
                    <a:pt x="0" y="2173948"/>
                  </a:lnTo>
                  <a:lnTo>
                    <a:pt x="0" y="2189251"/>
                  </a:lnTo>
                  <a:lnTo>
                    <a:pt x="1294739" y="2189251"/>
                  </a:lnTo>
                  <a:lnTo>
                    <a:pt x="1294739" y="2526677"/>
                  </a:lnTo>
                  <a:lnTo>
                    <a:pt x="0" y="2526677"/>
                  </a:lnTo>
                  <a:lnTo>
                    <a:pt x="0" y="2541968"/>
                  </a:lnTo>
                  <a:lnTo>
                    <a:pt x="1294739" y="2541968"/>
                  </a:lnTo>
                  <a:lnTo>
                    <a:pt x="1294739" y="2879407"/>
                  </a:lnTo>
                  <a:lnTo>
                    <a:pt x="0" y="2879407"/>
                  </a:lnTo>
                  <a:lnTo>
                    <a:pt x="0" y="2894698"/>
                  </a:lnTo>
                  <a:lnTo>
                    <a:pt x="1294739" y="2894698"/>
                  </a:lnTo>
                  <a:lnTo>
                    <a:pt x="1294739" y="3232137"/>
                  </a:lnTo>
                  <a:lnTo>
                    <a:pt x="0" y="3232137"/>
                  </a:lnTo>
                  <a:lnTo>
                    <a:pt x="0" y="3247428"/>
                  </a:lnTo>
                  <a:lnTo>
                    <a:pt x="1294739" y="3247428"/>
                  </a:lnTo>
                  <a:lnTo>
                    <a:pt x="1294739" y="3584867"/>
                  </a:lnTo>
                  <a:lnTo>
                    <a:pt x="0" y="3584867"/>
                  </a:lnTo>
                  <a:lnTo>
                    <a:pt x="0" y="3600158"/>
                  </a:lnTo>
                  <a:lnTo>
                    <a:pt x="1294739" y="3600158"/>
                  </a:lnTo>
                  <a:lnTo>
                    <a:pt x="1310017" y="3600158"/>
                  </a:lnTo>
                  <a:lnTo>
                    <a:pt x="6489001" y="3600158"/>
                  </a:lnTo>
                  <a:lnTo>
                    <a:pt x="6489001" y="3584867"/>
                  </a:lnTo>
                  <a:lnTo>
                    <a:pt x="1310030" y="3584867"/>
                  </a:lnTo>
                  <a:lnTo>
                    <a:pt x="1310030" y="3247440"/>
                  </a:lnTo>
                  <a:lnTo>
                    <a:pt x="6489001" y="3247428"/>
                  </a:lnTo>
                  <a:lnTo>
                    <a:pt x="6489001" y="3232137"/>
                  </a:lnTo>
                  <a:lnTo>
                    <a:pt x="1310030" y="3232137"/>
                  </a:lnTo>
                  <a:lnTo>
                    <a:pt x="1310030" y="2894711"/>
                  </a:lnTo>
                  <a:lnTo>
                    <a:pt x="6489001" y="2894698"/>
                  </a:lnTo>
                  <a:lnTo>
                    <a:pt x="6489001" y="2879407"/>
                  </a:lnTo>
                  <a:lnTo>
                    <a:pt x="1310030" y="2879407"/>
                  </a:lnTo>
                  <a:lnTo>
                    <a:pt x="1310030" y="2541981"/>
                  </a:lnTo>
                  <a:lnTo>
                    <a:pt x="6489001" y="2541968"/>
                  </a:lnTo>
                  <a:lnTo>
                    <a:pt x="6489001" y="2526677"/>
                  </a:lnTo>
                  <a:lnTo>
                    <a:pt x="1310030" y="2526677"/>
                  </a:lnTo>
                  <a:lnTo>
                    <a:pt x="1310030" y="2189264"/>
                  </a:lnTo>
                  <a:lnTo>
                    <a:pt x="6489001" y="2189251"/>
                  </a:lnTo>
                  <a:lnTo>
                    <a:pt x="6489001" y="2173948"/>
                  </a:lnTo>
                  <a:lnTo>
                    <a:pt x="1310030" y="2173948"/>
                  </a:lnTo>
                  <a:lnTo>
                    <a:pt x="1310030" y="1836521"/>
                  </a:lnTo>
                  <a:lnTo>
                    <a:pt x="6489001" y="1836521"/>
                  </a:lnTo>
                  <a:lnTo>
                    <a:pt x="6489001" y="1821230"/>
                  </a:lnTo>
                  <a:lnTo>
                    <a:pt x="1310030" y="1821230"/>
                  </a:lnTo>
                  <a:lnTo>
                    <a:pt x="1310030" y="1483791"/>
                  </a:lnTo>
                  <a:lnTo>
                    <a:pt x="6489001" y="1483779"/>
                  </a:lnTo>
                  <a:lnTo>
                    <a:pt x="6489001" y="1468488"/>
                  </a:lnTo>
                  <a:lnTo>
                    <a:pt x="1310030" y="1468488"/>
                  </a:lnTo>
                  <a:lnTo>
                    <a:pt x="1310030" y="1131062"/>
                  </a:lnTo>
                  <a:lnTo>
                    <a:pt x="6489001" y="1131062"/>
                  </a:lnTo>
                  <a:lnTo>
                    <a:pt x="6489001" y="1115771"/>
                  </a:lnTo>
                  <a:lnTo>
                    <a:pt x="1310030" y="1115771"/>
                  </a:lnTo>
                  <a:lnTo>
                    <a:pt x="1310030" y="778344"/>
                  </a:lnTo>
                  <a:lnTo>
                    <a:pt x="6489001" y="778344"/>
                  </a:lnTo>
                  <a:lnTo>
                    <a:pt x="6489001" y="763041"/>
                  </a:lnTo>
                  <a:close/>
                </a:path>
                <a:path w="6489065" h="6422390">
                  <a:moveTo>
                    <a:pt x="6489001" y="0"/>
                  </a:moveTo>
                  <a:lnTo>
                    <a:pt x="1310030" y="0"/>
                  </a:lnTo>
                  <a:lnTo>
                    <a:pt x="1294739" y="0"/>
                  </a:lnTo>
                  <a:lnTo>
                    <a:pt x="0" y="0"/>
                  </a:lnTo>
                  <a:lnTo>
                    <a:pt x="0" y="15290"/>
                  </a:lnTo>
                  <a:lnTo>
                    <a:pt x="1294739" y="15290"/>
                  </a:lnTo>
                  <a:lnTo>
                    <a:pt x="1294739" y="410311"/>
                  </a:lnTo>
                  <a:lnTo>
                    <a:pt x="0" y="410311"/>
                  </a:lnTo>
                  <a:lnTo>
                    <a:pt x="0" y="425602"/>
                  </a:lnTo>
                  <a:lnTo>
                    <a:pt x="1294739" y="425602"/>
                  </a:lnTo>
                  <a:lnTo>
                    <a:pt x="1310017" y="425602"/>
                  </a:lnTo>
                  <a:lnTo>
                    <a:pt x="6489001" y="425602"/>
                  </a:lnTo>
                  <a:lnTo>
                    <a:pt x="6489001" y="410311"/>
                  </a:lnTo>
                  <a:lnTo>
                    <a:pt x="1310030" y="410311"/>
                  </a:lnTo>
                  <a:lnTo>
                    <a:pt x="1310030" y="15290"/>
                  </a:lnTo>
                  <a:lnTo>
                    <a:pt x="6489001" y="15290"/>
                  </a:lnTo>
                  <a:lnTo>
                    <a:pt x="6489001" y="0"/>
                  </a:lnTo>
                  <a:close/>
                </a:path>
              </a:pathLst>
            </a:custGeom>
            <a:solidFill>
              <a:srgbClr val="BDB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39000" y="2271521"/>
              <a:ext cx="6489065" cy="6012180"/>
            </a:xfrm>
            <a:custGeom>
              <a:avLst/>
              <a:gdLst/>
              <a:ahLst/>
              <a:cxnLst/>
              <a:rect l="l" t="t" r="r" b="b"/>
              <a:pathLst>
                <a:path w="6489065" h="6012180">
                  <a:moveTo>
                    <a:pt x="6489001" y="5996381"/>
                  </a:moveTo>
                  <a:lnTo>
                    <a:pt x="1310017" y="5996381"/>
                  </a:lnTo>
                  <a:lnTo>
                    <a:pt x="1294739" y="5996381"/>
                  </a:lnTo>
                  <a:lnTo>
                    <a:pt x="0" y="5996381"/>
                  </a:lnTo>
                  <a:lnTo>
                    <a:pt x="0" y="6011672"/>
                  </a:lnTo>
                  <a:lnTo>
                    <a:pt x="1294739" y="6011672"/>
                  </a:lnTo>
                  <a:lnTo>
                    <a:pt x="1310017" y="6011672"/>
                  </a:lnTo>
                  <a:lnTo>
                    <a:pt x="6489001" y="6011672"/>
                  </a:lnTo>
                  <a:lnTo>
                    <a:pt x="6489001" y="5996381"/>
                  </a:lnTo>
                  <a:close/>
                </a:path>
                <a:path w="6489065" h="6012180">
                  <a:moveTo>
                    <a:pt x="6489001" y="5643651"/>
                  </a:moveTo>
                  <a:lnTo>
                    <a:pt x="1310017" y="5643651"/>
                  </a:lnTo>
                  <a:lnTo>
                    <a:pt x="1294739" y="5643651"/>
                  </a:lnTo>
                  <a:lnTo>
                    <a:pt x="0" y="5643651"/>
                  </a:lnTo>
                  <a:lnTo>
                    <a:pt x="0" y="5658942"/>
                  </a:lnTo>
                  <a:lnTo>
                    <a:pt x="1294739" y="5658942"/>
                  </a:lnTo>
                  <a:lnTo>
                    <a:pt x="1310030" y="5658955"/>
                  </a:lnTo>
                  <a:lnTo>
                    <a:pt x="6489001" y="5658942"/>
                  </a:lnTo>
                  <a:lnTo>
                    <a:pt x="6489001" y="5643651"/>
                  </a:lnTo>
                  <a:close/>
                </a:path>
                <a:path w="6489065" h="6012180">
                  <a:moveTo>
                    <a:pt x="6489001" y="5290921"/>
                  </a:moveTo>
                  <a:lnTo>
                    <a:pt x="1310017" y="5290921"/>
                  </a:lnTo>
                  <a:lnTo>
                    <a:pt x="1294739" y="5290921"/>
                  </a:lnTo>
                  <a:lnTo>
                    <a:pt x="0" y="5290921"/>
                  </a:lnTo>
                  <a:lnTo>
                    <a:pt x="0" y="5306212"/>
                  </a:lnTo>
                  <a:lnTo>
                    <a:pt x="1294739" y="5306212"/>
                  </a:lnTo>
                  <a:lnTo>
                    <a:pt x="1310017" y="5306212"/>
                  </a:lnTo>
                  <a:lnTo>
                    <a:pt x="6489001" y="5306212"/>
                  </a:lnTo>
                  <a:lnTo>
                    <a:pt x="6489001" y="5290921"/>
                  </a:lnTo>
                  <a:close/>
                </a:path>
                <a:path w="6489065" h="6012180">
                  <a:moveTo>
                    <a:pt x="6489001" y="4938192"/>
                  </a:moveTo>
                  <a:lnTo>
                    <a:pt x="1310017" y="4938192"/>
                  </a:lnTo>
                  <a:lnTo>
                    <a:pt x="1294739" y="4938192"/>
                  </a:lnTo>
                  <a:lnTo>
                    <a:pt x="0" y="4938192"/>
                  </a:lnTo>
                  <a:lnTo>
                    <a:pt x="0" y="4953495"/>
                  </a:lnTo>
                  <a:lnTo>
                    <a:pt x="1294739" y="4953495"/>
                  </a:lnTo>
                  <a:lnTo>
                    <a:pt x="1310017" y="4953495"/>
                  </a:lnTo>
                  <a:lnTo>
                    <a:pt x="6489001" y="4953495"/>
                  </a:lnTo>
                  <a:lnTo>
                    <a:pt x="6489001" y="4938192"/>
                  </a:lnTo>
                  <a:close/>
                </a:path>
                <a:path w="6489065" h="6012180">
                  <a:moveTo>
                    <a:pt x="6489001" y="4585474"/>
                  </a:moveTo>
                  <a:lnTo>
                    <a:pt x="1310017" y="4585474"/>
                  </a:lnTo>
                  <a:lnTo>
                    <a:pt x="1294739" y="4585474"/>
                  </a:lnTo>
                  <a:lnTo>
                    <a:pt x="0" y="4585474"/>
                  </a:lnTo>
                  <a:lnTo>
                    <a:pt x="0" y="4600778"/>
                  </a:lnTo>
                  <a:lnTo>
                    <a:pt x="1294739" y="4600778"/>
                  </a:lnTo>
                  <a:lnTo>
                    <a:pt x="1310017" y="4600778"/>
                  </a:lnTo>
                  <a:lnTo>
                    <a:pt x="6489001" y="4600778"/>
                  </a:lnTo>
                  <a:lnTo>
                    <a:pt x="6489001" y="4585474"/>
                  </a:lnTo>
                  <a:close/>
                </a:path>
                <a:path w="6489065" h="6012180">
                  <a:moveTo>
                    <a:pt x="6489001" y="4232745"/>
                  </a:moveTo>
                  <a:lnTo>
                    <a:pt x="1310017" y="4232745"/>
                  </a:lnTo>
                  <a:lnTo>
                    <a:pt x="1294739" y="4232745"/>
                  </a:lnTo>
                  <a:lnTo>
                    <a:pt x="0" y="4232745"/>
                  </a:lnTo>
                  <a:lnTo>
                    <a:pt x="0" y="4248048"/>
                  </a:lnTo>
                  <a:lnTo>
                    <a:pt x="1294739" y="4248048"/>
                  </a:lnTo>
                  <a:lnTo>
                    <a:pt x="1310017" y="4248048"/>
                  </a:lnTo>
                  <a:lnTo>
                    <a:pt x="6489001" y="4248048"/>
                  </a:lnTo>
                  <a:lnTo>
                    <a:pt x="6489001" y="4232745"/>
                  </a:lnTo>
                  <a:close/>
                </a:path>
                <a:path w="6489065" h="6012180">
                  <a:moveTo>
                    <a:pt x="6489001" y="3880015"/>
                  </a:moveTo>
                  <a:lnTo>
                    <a:pt x="1310017" y="3880015"/>
                  </a:lnTo>
                  <a:lnTo>
                    <a:pt x="1294739" y="3880015"/>
                  </a:lnTo>
                  <a:lnTo>
                    <a:pt x="0" y="3880015"/>
                  </a:lnTo>
                  <a:lnTo>
                    <a:pt x="0" y="3895318"/>
                  </a:lnTo>
                  <a:lnTo>
                    <a:pt x="1294739" y="3895318"/>
                  </a:lnTo>
                  <a:lnTo>
                    <a:pt x="1310017" y="3895318"/>
                  </a:lnTo>
                  <a:lnTo>
                    <a:pt x="6489001" y="3895318"/>
                  </a:lnTo>
                  <a:lnTo>
                    <a:pt x="6489001" y="3880015"/>
                  </a:lnTo>
                  <a:close/>
                </a:path>
                <a:path w="6489065" h="6012180">
                  <a:moveTo>
                    <a:pt x="6489001" y="3527285"/>
                  </a:moveTo>
                  <a:lnTo>
                    <a:pt x="1310017" y="3527285"/>
                  </a:lnTo>
                  <a:lnTo>
                    <a:pt x="1294739" y="3527285"/>
                  </a:lnTo>
                  <a:lnTo>
                    <a:pt x="0" y="3527285"/>
                  </a:lnTo>
                  <a:lnTo>
                    <a:pt x="0" y="3542588"/>
                  </a:lnTo>
                  <a:lnTo>
                    <a:pt x="1294739" y="3542588"/>
                  </a:lnTo>
                  <a:lnTo>
                    <a:pt x="1310017" y="3542588"/>
                  </a:lnTo>
                  <a:lnTo>
                    <a:pt x="6489001" y="3542588"/>
                  </a:lnTo>
                  <a:lnTo>
                    <a:pt x="6489001" y="3527285"/>
                  </a:lnTo>
                  <a:close/>
                </a:path>
                <a:path w="6489065" h="6012180">
                  <a:moveTo>
                    <a:pt x="6489001" y="3174555"/>
                  </a:moveTo>
                  <a:lnTo>
                    <a:pt x="1310017" y="3174555"/>
                  </a:lnTo>
                  <a:lnTo>
                    <a:pt x="1294739" y="3174555"/>
                  </a:lnTo>
                  <a:lnTo>
                    <a:pt x="0" y="3174555"/>
                  </a:lnTo>
                  <a:lnTo>
                    <a:pt x="0" y="3189846"/>
                  </a:lnTo>
                  <a:lnTo>
                    <a:pt x="1294739" y="3189846"/>
                  </a:lnTo>
                  <a:lnTo>
                    <a:pt x="1310017" y="3189846"/>
                  </a:lnTo>
                  <a:lnTo>
                    <a:pt x="6489001" y="3189846"/>
                  </a:lnTo>
                  <a:lnTo>
                    <a:pt x="6489001" y="3174555"/>
                  </a:lnTo>
                  <a:close/>
                </a:path>
                <a:path w="6489065" h="6012180">
                  <a:moveTo>
                    <a:pt x="6489001" y="2821825"/>
                  </a:moveTo>
                  <a:lnTo>
                    <a:pt x="1310017" y="2821825"/>
                  </a:lnTo>
                  <a:lnTo>
                    <a:pt x="1294739" y="2821825"/>
                  </a:lnTo>
                  <a:lnTo>
                    <a:pt x="0" y="2821825"/>
                  </a:lnTo>
                  <a:lnTo>
                    <a:pt x="0" y="2837116"/>
                  </a:lnTo>
                  <a:lnTo>
                    <a:pt x="1294739" y="2837116"/>
                  </a:lnTo>
                  <a:lnTo>
                    <a:pt x="1310017" y="2837116"/>
                  </a:lnTo>
                  <a:lnTo>
                    <a:pt x="6489001" y="2837116"/>
                  </a:lnTo>
                  <a:lnTo>
                    <a:pt x="6489001" y="2821825"/>
                  </a:lnTo>
                  <a:close/>
                </a:path>
                <a:path w="6489065" h="6012180">
                  <a:moveTo>
                    <a:pt x="6489001" y="2469096"/>
                  </a:moveTo>
                  <a:lnTo>
                    <a:pt x="1310017" y="2469096"/>
                  </a:lnTo>
                  <a:lnTo>
                    <a:pt x="1294739" y="2469096"/>
                  </a:lnTo>
                  <a:lnTo>
                    <a:pt x="0" y="2469096"/>
                  </a:lnTo>
                  <a:lnTo>
                    <a:pt x="0" y="2484386"/>
                  </a:lnTo>
                  <a:lnTo>
                    <a:pt x="1294739" y="2484386"/>
                  </a:lnTo>
                  <a:lnTo>
                    <a:pt x="1310017" y="2484386"/>
                  </a:lnTo>
                  <a:lnTo>
                    <a:pt x="6489001" y="2484386"/>
                  </a:lnTo>
                  <a:lnTo>
                    <a:pt x="6489001" y="2469096"/>
                  </a:lnTo>
                  <a:close/>
                </a:path>
                <a:path w="6489065" h="6012180">
                  <a:moveTo>
                    <a:pt x="6489001" y="2116366"/>
                  </a:moveTo>
                  <a:lnTo>
                    <a:pt x="1310017" y="2116366"/>
                  </a:lnTo>
                  <a:lnTo>
                    <a:pt x="1294739" y="2116366"/>
                  </a:lnTo>
                  <a:lnTo>
                    <a:pt x="0" y="2116366"/>
                  </a:lnTo>
                  <a:lnTo>
                    <a:pt x="0" y="2131657"/>
                  </a:lnTo>
                  <a:lnTo>
                    <a:pt x="1294739" y="2131657"/>
                  </a:lnTo>
                  <a:lnTo>
                    <a:pt x="1310017" y="2131657"/>
                  </a:lnTo>
                  <a:lnTo>
                    <a:pt x="6489001" y="2131657"/>
                  </a:lnTo>
                  <a:lnTo>
                    <a:pt x="6489001" y="2116366"/>
                  </a:lnTo>
                  <a:close/>
                </a:path>
                <a:path w="6489065" h="6012180">
                  <a:moveTo>
                    <a:pt x="6489001" y="1763636"/>
                  </a:moveTo>
                  <a:lnTo>
                    <a:pt x="1310017" y="1763636"/>
                  </a:lnTo>
                  <a:lnTo>
                    <a:pt x="1294739" y="1763636"/>
                  </a:lnTo>
                  <a:lnTo>
                    <a:pt x="0" y="1763636"/>
                  </a:lnTo>
                  <a:lnTo>
                    <a:pt x="0" y="1778939"/>
                  </a:lnTo>
                  <a:lnTo>
                    <a:pt x="1294739" y="1778939"/>
                  </a:lnTo>
                  <a:lnTo>
                    <a:pt x="1310017" y="1778939"/>
                  </a:lnTo>
                  <a:lnTo>
                    <a:pt x="6489001" y="1778939"/>
                  </a:lnTo>
                  <a:lnTo>
                    <a:pt x="6489001" y="1763636"/>
                  </a:lnTo>
                  <a:close/>
                </a:path>
                <a:path w="6489065" h="6012180">
                  <a:moveTo>
                    <a:pt x="6489001" y="1410906"/>
                  </a:moveTo>
                  <a:lnTo>
                    <a:pt x="1310017" y="1410906"/>
                  </a:lnTo>
                  <a:lnTo>
                    <a:pt x="1294739" y="1410906"/>
                  </a:lnTo>
                  <a:lnTo>
                    <a:pt x="0" y="1410906"/>
                  </a:lnTo>
                  <a:lnTo>
                    <a:pt x="0" y="1426197"/>
                  </a:lnTo>
                  <a:lnTo>
                    <a:pt x="1294739" y="1426197"/>
                  </a:lnTo>
                  <a:lnTo>
                    <a:pt x="1310017" y="1426197"/>
                  </a:lnTo>
                  <a:lnTo>
                    <a:pt x="6489001" y="1426197"/>
                  </a:lnTo>
                  <a:lnTo>
                    <a:pt x="6489001" y="1410906"/>
                  </a:lnTo>
                  <a:close/>
                </a:path>
                <a:path w="6489065" h="6012180">
                  <a:moveTo>
                    <a:pt x="6489001" y="1058189"/>
                  </a:moveTo>
                  <a:lnTo>
                    <a:pt x="1310017" y="1058189"/>
                  </a:lnTo>
                  <a:lnTo>
                    <a:pt x="1294739" y="1058189"/>
                  </a:lnTo>
                  <a:lnTo>
                    <a:pt x="0" y="1058189"/>
                  </a:lnTo>
                  <a:lnTo>
                    <a:pt x="0" y="1073480"/>
                  </a:lnTo>
                  <a:lnTo>
                    <a:pt x="1294739" y="1073480"/>
                  </a:lnTo>
                  <a:lnTo>
                    <a:pt x="1310017" y="1073480"/>
                  </a:lnTo>
                  <a:lnTo>
                    <a:pt x="6489001" y="1073480"/>
                  </a:lnTo>
                  <a:lnTo>
                    <a:pt x="6489001" y="1058189"/>
                  </a:lnTo>
                  <a:close/>
                </a:path>
                <a:path w="6489065" h="6012180">
                  <a:moveTo>
                    <a:pt x="6489001" y="705459"/>
                  </a:moveTo>
                  <a:lnTo>
                    <a:pt x="1310017" y="705459"/>
                  </a:lnTo>
                  <a:lnTo>
                    <a:pt x="1294739" y="705459"/>
                  </a:lnTo>
                  <a:lnTo>
                    <a:pt x="0" y="705459"/>
                  </a:lnTo>
                  <a:lnTo>
                    <a:pt x="0" y="720750"/>
                  </a:lnTo>
                  <a:lnTo>
                    <a:pt x="1294739" y="720750"/>
                  </a:lnTo>
                  <a:lnTo>
                    <a:pt x="1310017" y="720750"/>
                  </a:lnTo>
                  <a:lnTo>
                    <a:pt x="6489001" y="720750"/>
                  </a:lnTo>
                  <a:lnTo>
                    <a:pt x="6489001" y="705459"/>
                  </a:lnTo>
                  <a:close/>
                </a:path>
                <a:path w="6489065" h="6012180">
                  <a:moveTo>
                    <a:pt x="6489001" y="352729"/>
                  </a:moveTo>
                  <a:lnTo>
                    <a:pt x="1294739" y="352729"/>
                  </a:lnTo>
                  <a:lnTo>
                    <a:pt x="1294739" y="368033"/>
                  </a:lnTo>
                  <a:lnTo>
                    <a:pt x="6489001" y="368033"/>
                  </a:lnTo>
                  <a:lnTo>
                    <a:pt x="6489001" y="352729"/>
                  </a:lnTo>
                  <a:close/>
                </a:path>
                <a:path w="6489065" h="6012180">
                  <a:moveTo>
                    <a:pt x="6489001" y="0"/>
                  </a:moveTo>
                  <a:lnTo>
                    <a:pt x="1310017" y="0"/>
                  </a:lnTo>
                  <a:lnTo>
                    <a:pt x="1294739" y="0"/>
                  </a:lnTo>
                  <a:lnTo>
                    <a:pt x="0" y="0"/>
                  </a:lnTo>
                  <a:lnTo>
                    <a:pt x="0" y="15290"/>
                  </a:lnTo>
                  <a:lnTo>
                    <a:pt x="1294739" y="15290"/>
                  </a:lnTo>
                  <a:lnTo>
                    <a:pt x="1310017" y="15290"/>
                  </a:lnTo>
                  <a:lnTo>
                    <a:pt x="6489001" y="15290"/>
                  </a:lnTo>
                  <a:lnTo>
                    <a:pt x="6489001" y="0"/>
                  </a:lnTo>
                  <a:close/>
                </a:path>
              </a:pathLst>
            </a:custGeom>
            <a:solidFill>
              <a:srgbClr val="BDB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/>
          <p:nvPr/>
        </p:nvSpPr>
        <p:spPr>
          <a:xfrm>
            <a:off x="648000" y="1432805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5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208001" y="1432805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5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862100" y="1455045"/>
            <a:ext cx="565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제품</a:t>
            </a:r>
            <a:r>
              <a:rPr sz="1200" b="1" spc="-10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40" dirty="0">
                <a:solidFill>
                  <a:srgbClr val="231F20"/>
                </a:solidFill>
                <a:latin typeface="나눔바른고딕OTF"/>
                <a:cs typeface="나눔바른고딕OTF"/>
              </a:rPr>
              <a:t>사양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422099" y="1455045"/>
            <a:ext cx="848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제품</a:t>
            </a:r>
            <a:r>
              <a:rPr sz="1200" b="1" spc="-10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주의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40" dirty="0">
                <a:solidFill>
                  <a:srgbClr val="231F20"/>
                </a:solidFill>
                <a:latin typeface="나눔바른고딕OTF"/>
                <a:cs typeface="나눔바른고딕OTF"/>
              </a:rPr>
              <a:t>사항</a:t>
            </a:r>
            <a:endParaRPr sz="1200">
              <a:latin typeface="나눔바른고딕OTF"/>
              <a:cs typeface="나눔바른고딕OTF"/>
            </a:endParaRPr>
          </a:p>
        </p:txBody>
      </p:sp>
      <p:pic>
        <p:nvPicPr>
          <p:cNvPr id="79" name="object 7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106" y="1528203"/>
            <a:ext cx="73799" cy="73799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8106" y="1528203"/>
            <a:ext cx="73799" cy="73799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5007" y="2470453"/>
            <a:ext cx="73799" cy="73799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5007" y="4634653"/>
            <a:ext cx="73799" cy="73799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5007" y="3569651"/>
            <a:ext cx="73799" cy="7379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5007" y="5733850"/>
            <a:ext cx="73799" cy="73799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5007" y="3215853"/>
            <a:ext cx="73799" cy="73799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5007" y="5380053"/>
            <a:ext cx="73799" cy="73799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5007" y="4315051"/>
            <a:ext cx="73799" cy="73799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5007" y="6479250"/>
            <a:ext cx="73799" cy="73799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5007" y="1903051"/>
            <a:ext cx="73799" cy="73799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5007" y="2826053"/>
            <a:ext cx="73799" cy="73799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5007" y="4990253"/>
            <a:ext cx="73799" cy="73799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5007" y="3925251"/>
            <a:ext cx="73799" cy="73799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5007" y="6089450"/>
            <a:ext cx="73799" cy="73799"/>
          </a:xfrm>
          <a:prstGeom prst="rect">
            <a:avLst/>
          </a:prstGeom>
        </p:spPr>
      </p:pic>
      <p:sp>
        <p:nvSpPr>
          <p:cNvPr id="94" name="object 9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735">
              <a:lnSpc>
                <a:spcPct val="150000"/>
              </a:lnSpc>
              <a:spcBef>
                <a:spcPts val="100"/>
              </a:spcBef>
            </a:pPr>
            <a:r>
              <a:rPr dirty="0"/>
              <a:t>회원</a:t>
            </a:r>
            <a:r>
              <a:rPr spc="-55" dirty="0"/>
              <a:t> </a:t>
            </a:r>
            <a:r>
              <a:rPr spc="-10" dirty="0"/>
              <a:t>비밀번호</a:t>
            </a:r>
            <a:r>
              <a:rPr spc="-50" dirty="0"/>
              <a:t> </a:t>
            </a:r>
            <a:r>
              <a:rPr spc="-20" dirty="0"/>
              <a:t>관리,</a:t>
            </a:r>
            <a:r>
              <a:rPr spc="-50" dirty="0"/>
              <a:t> </a:t>
            </a:r>
            <a:r>
              <a:rPr spc="-10" dirty="0"/>
              <a:t>모바일</a:t>
            </a:r>
            <a:r>
              <a:rPr spc="-50" dirty="0"/>
              <a:t> </a:t>
            </a:r>
            <a:r>
              <a:rPr dirty="0"/>
              <a:t>기기</a:t>
            </a:r>
            <a:r>
              <a:rPr spc="-50" dirty="0"/>
              <a:t> </a:t>
            </a:r>
            <a:r>
              <a:rPr spc="-20" dirty="0"/>
              <a:t>분실,</a:t>
            </a:r>
            <a:r>
              <a:rPr spc="-55" dirty="0"/>
              <a:t> </a:t>
            </a:r>
            <a:r>
              <a:rPr spc="-20" dirty="0"/>
              <a:t>대여,</a:t>
            </a:r>
            <a:r>
              <a:rPr spc="-50" dirty="0"/>
              <a:t> </a:t>
            </a:r>
            <a:r>
              <a:rPr spc="-10" dirty="0"/>
              <a:t>공여에</a:t>
            </a:r>
            <a:r>
              <a:rPr spc="-50" dirty="0"/>
              <a:t> </a:t>
            </a:r>
            <a:r>
              <a:rPr dirty="0"/>
              <a:t>따른</a:t>
            </a:r>
            <a:r>
              <a:rPr spc="-50" dirty="0"/>
              <a:t> </a:t>
            </a:r>
            <a:r>
              <a:rPr spc="-10" dirty="0"/>
              <a:t>개인정보</a:t>
            </a:r>
            <a:r>
              <a:rPr spc="-50" dirty="0"/>
              <a:t> </a:t>
            </a:r>
            <a:r>
              <a:rPr dirty="0"/>
              <a:t>노출</a:t>
            </a:r>
            <a:r>
              <a:rPr spc="-50" dirty="0"/>
              <a:t> </a:t>
            </a:r>
            <a:r>
              <a:rPr dirty="0"/>
              <a:t>및</a:t>
            </a:r>
            <a:r>
              <a:rPr spc="-55" dirty="0"/>
              <a:t> </a:t>
            </a:r>
            <a:r>
              <a:rPr dirty="0"/>
              <a:t>기타</a:t>
            </a:r>
            <a:r>
              <a:rPr spc="-50" dirty="0"/>
              <a:t> </a:t>
            </a:r>
            <a:r>
              <a:rPr dirty="0"/>
              <a:t>보안</a:t>
            </a:r>
            <a:r>
              <a:rPr spc="-50" dirty="0"/>
              <a:t> </a:t>
            </a:r>
            <a:r>
              <a:rPr spc="-10" dirty="0"/>
              <a:t>설정은</a:t>
            </a:r>
            <a:r>
              <a:rPr spc="-50" dirty="0"/>
              <a:t> </a:t>
            </a:r>
            <a:r>
              <a:rPr spc="-20" dirty="0"/>
              <a:t>사용자에게</a:t>
            </a:r>
            <a:r>
              <a:rPr spc="-50" dirty="0"/>
              <a:t> </a:t>
            </a:r>
            <a:r>
              <a:rPr spc="-10" dirty="0"/>
              <a:t>책임이</a:t>
            </a:r>
            <a:r>
              <a:rPr spc="-55" dirty="0"/>
              <a:t> </a:t>
            </a:r>
            <a:r>
              <a:rPr spc="-25" dirty="0"/>
              <a:t>있습 니다.</a:t>
            </a: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pc="-25" dirty="0"/>
          </a:p>
          <a:p>
            <a:pPr marL="12700">
              <a:lnSpc>
                <a:spcPct val="100000"/>
              </a:lnSpc>
            </a:pPr>
            <a:r>
              <a:rPr spc="-10" dirty="0"/>
              <a:t>제품을</a:t>
            </a:r>
            <a:r>
              <a:rPr spc="-55" dirty="0"/>
              <a:t> </a:t>
            </a:r>
            <a:r>
              <a:rPr spc="-10" dirty="0"/>
              <a:t>사용할</a:t>
            </a:r>
            <a:r>
              <a:rPr spc="-50" dirty="0"/>
              <a:t> </a:t>
            </a:r>
            <a:r>
              <a:rPr dirty="0"/>
              <a:t>때</a:t>
            </a:r>
            <a:r>
              <a:rPr spc="-55" dirty="0"/>
              <a:t> </a:t>
            </a:r>
            <a:r>
              <a:rPr dirty="0"/>
              <a:t>해당</a:t>
            </a:r>
            <a:r>
              <a:rPr spc="-50" dirty="0"/>
              <a:t> </a:t>
            </a:r>
            <a:r>
              <a:rPr spc="-10" dirty="0"/>
              <a:t>국가의</a:t>
            </a:r>
            <a:r>
              <a:rPr spc="-55" dirty="0"/>
              <a:t> </a:t>
            </a:r>
            <a:r>
              <a:rPr dirty="0"/>
              <a:t>전기</a:t>
            </a:r>
            <a:r>
              <a:rPr spc="-50" dirty="0"/>
              <a:t> </a:t>
            </a:r>
            <a:r>
              <a:rPr dirty="0"/>
              <a:t>안전</a:t>
            </a:r>
            <a:r>
              <a:rPr spc="-50" dirty="0"/>
              <a:t> </a:t>
            </a:r>
            <a:r>
              <a:rPr spc="-10" dirty="0"/>
              <a:t>규정을</a:t>
            </a:r>
            <a:r>
              <a:rPr spc="-55" dirty="0"/>
              <a:t> </a:t>
            </a:r>
            <a:r>
              <a:rPr spc="-10" dirty="0"/>
              <a:t>준수해야</a:t>
            </a:r>
            <a:r>
              <a:rPr spc="-50" dirty="0"/>
              <a:t> </a:t>
            </a:r>
            <a:r>
              <a:rPr spc="-20" dirty="0"/>
              <a:t>합니다.</a:t>
            </a:r>
            <a:r>
              <a:rPr spc="-55" dirty="0"/>
              <a:t> </a:t>
            </a:r>
            <a:r>
              <a:rPr spc="-10" dirty="0"/>
              <a:t>자세한</a:t>
            </a:r>
            <a:r>
              <a:rPr spc="-50" dirty="0"/>
              <a:t> </a:t>
            </a:r>
            <a:r>
              <a:rPr spc="-10" dirty="0"/>
              <a:t>내용은</a:t>
            </a:r>
            <a:r>
              <a:rPr spc="-50" dirty="0"/>
              <a:t> </a:t>
            </a:r>
            <a:r>
              <a:rPr dirty="0"/>
              <a:t>경고</a:t>
            </a:r>
            <a:r>
              <a:rPr spc="-55" dirty="0"/>
              <a:t> </a:t>
            </a:r>
            <a:r>
              <a:rPr dirty="0"/>
              <a:t>및</a:t>
            </a:r>
            <a:r>
              <a:rPr spc="-50" dirty="0"/>
              <a:t> </a:t>
            </a:r>
            <a:r>
              <a:rPr spc="-10" dirty="0"/>
              <a:t>주의를</a:t>
            </a:r>
            <a:r>
              <a:rPr spc="-55" dirty="0"/>
              <a:t> </a:t>
            </a:r>
            <a:r>
              <a:rPr spc="-10" dirty="0"/>
              <a:t>참조하세요.</a:t>
            </a:r>
          </a:p>
          <a:p>
            <a:pPr marL="12700" marR="5080">
              <a:lnSpc>
                <a:spcPts val="3070"/>
              </a:lnSpc>
              <a:spcBef>
                <a:spcPts val="145"/>
              </a:spcBef>
            </a:pPr>
            <a:r>
              <a:rPr spc="-35" dirty="0"/>
              <a:t>어댑터</a:t>
            </a:r>
            <a:r>
              <a:rPr spc="-75" dirty="0"/>
              <a:t> </a:t>
            </a:r>
            <a:r>
              <a:rPr spc="-30" dirty="0"/>
              <a:t>과부하로</a:t>
            </a:r>
            <a:r>
              <a:rPr spc="-70" dirty="0"/>
              <a:t> </a:t>
            </a:r>
            <a:r>
              <a:rPr spc="-20" dirty="0"/>
              <a:t>인한</a:t>
            </a:r>
            <a:r>
              <a:rPr spc="-70" dirty="0"/>
              <a:t> </a:t>
            </a:r>
            <a:r>
              <a:rPr spc="-20" dirty="0"/>
              <a:t>과열</a:t>
            </a:r>
            <a:r>
              <a:rPr spc="-70" dirty="0"/>
              <a:t> </a:t>
            </a:r>
            <a:r>
              <a:rPr spc="-20" dirty="0"/>
              <a:t>또는</a:t>
            </a:r>
            <a:r>
              <a:rPr spc="-70" dirty="0"/>
              <a:t> </a:t>
            </a:r>
            <a:r>
              <a:rPr spc="-20" dirty="0"/>
              <a:t>화재</a:t>
            </a:r>
            <a:r>
              <a:rPr spc="-75" dirty="0"/>
              <a:t> </a:t>
            </a:r>
            <a:r>
              <a:rPr spc="-35" dirty="0"/>
              <a:t>위험을</a:t>
            </a:r>
            <a:r>
              <a:rPr spc="-70" dirty="0"/>
              <a:t> </a:t>
            </a:r>
            <a:r>
              <a:rPr spc="-35" dirty="0"/>
              <a:t>유발할</a:t>
            </a:r>
            <a:r>
              <a:rPr spc="-70" dirty="0"/>
              <a:t> </a:t>
            </a:r>
            <a:r>
              <a:rPr dirty="0"/>
              <a:t>수</a:t>
            </a:r>
            <a:r>
              <a:rPr spc="-70" dirty="0"/>
              <a:t> </a:t>
            </a:r>
            <a:r>
              <a:rPr spc="-45" dirty="0"/>
              <a:t>있으니,</a:t>
            </a:r>
            <a:r>
              <a:rPr spc="-70" dirty="0"/>
              <a:t> </a:t>
            </a:r>
            <a:r>
              <a:rPr spc="-35" dirty="0"/>
              <a:t>하나의</a:t>
            </a:r>
            <a:r>
              <a:rPr spc="-75" dirty="0"/>
              <a:t> </a:t>
            </a:r>
            <a:r>
              <a:rPr spc="-20" dirty="0"/>
              <a:t>전원</a:t>
            </a:r>
            <a:r>
              <a:rPr spc="-70" dirty="0"/>
              <a:t> </a:t>
            </a:r>
            <a:r>
              <a:rPr spc="-30" dirty="0"/>
              <a:t>어댑터에</a:t>
            </a:r>
            <a:r>
              <a:rPr spc="-70" dirty="0"/>
              <a:t> </a:t>
            </a:r>
            <a:r>
              <a:rPr spc="-20" dirty="0"/>
              <a:t>여러</a:t>
            </a:r>
            <a:r>
              <a:rPr spc="-70" dirty="0"/>
              <a:t> </a:t>
            </a:r>
            <a:r>
              <a:rPr spc="-20" dirty="0"/>
              <a:t>개의</a:t>
            </a:r>
            <a:r>
              <a:rPr spc="-70" dirty="0"/>
              <a:t> </a:t>
            </a:r>
            <a:r>
              <a:rPr spc="-35" dirty="0"/>
              <a:t>장치를</a:t>
            </a:r>
            <a:r>
              <a:rPr spc="-75" dirty="0"/>
              <a:t> </a:t>
            </a:r>
            <a:r>
              <a:rPr spc="-30" dirty="0"/>
              <a:t>연결하지</a:t>
            </a:r>
            <a:r>
              <a:rPr spc="-70" dirty="0"/>
              <a:t> </a:t>
            </a:r>
            <a:r>
              <a:rPr spc="-50" dirty="0"/>
              <a:t>마세요. </a:t>
            </a:r>
            <a:r>
              <a:rPr spc="-10" dirty="0"/>
              <a:t>크래들</a:t>
            </a:r>
            <a:r>
              <a:rPr spc="-65" dirty="0"/>
              <a:t> </a:t>
            </a:r>
            <a:r>
              <a:rPr dirty="0"/>
              <a:t>위에</a:t>
            </a:r>
            <a:r>
              <a:rPr spc="-55" dirty="0"/>
              <a:t> </a:t>
            </a:r>
            <a:r>
              <a:rPr spc="-10" dirty="0"/>
              <a:t>모션탭</a:t>
            </a:r>
            <a:r>
              <a:rPr spc="-55" dirty="0"/>
              <a:t> </a:t>
            </a:r>
            <a:r>
              <a:rPr spc="-10" dirty="0"/>
              <a:t>기기들을</a:t>
            </a:r>
            <a:r>
              <a:rPr spc="-55" dirty="0"/>
              <a:t> </a:t>
            </a:r>
            <a:r>
              <a:rPr spc="-10" dirty="0"/>
              <a:t>충전할</a:t>
            </a:r>
            <a:r>
              <a:rPr spc="-55" dirty="0"/>
              <a:t> </a:t>
            </a:r>
            <a:r>
              <a:rPr dirty="0"/>
              <a:t>경우</a:t>
            </a:r>
            <a:r>
              <a:rPr spc="-55" dirty="0"/>
              <a:t> </a:t>
            </a:r>
            <a:r>
              <a:rPr dirty="0"/>
              <a:t>적정</a:t>
            </a:r>
            <a:r>
              <a:rPr spc="-55" dirty="0"/>
              <a:t> </a:t>
            </a:r>
            <a:r>
              <a:rPr dirty="0"/>
              <a:t>개수</a:t>
            </a:r>
            <a:r>
              <a:rPr spc="-55" dirty="0"/>
              <a:t> </a:t>
            </a:r>
            <a:r>
              <a:rPr spc="-25" dirty="0"/>
              <a:t>6개까지만</a:t>
            </a:r>
            <a:r>
              <a:rPr spc="-50" dirty="0"/>
              <a:t> </a:t>
            </a:r>
            <a:r>
              <a:rPr spc="-10" dirty="0"/>
              <a:t>충전하는</a:t>
            </a:r>
            <a:r>
              <a:rPr spc="-55" dirty="0"/>
              <a:t> </a:t>
            </a:r>
            <a:r>
              <a:rPr dirty="0"/>
              <a:t>것을</a:t>
            </a:r>
            <a:r>
              <a:rPr spc="-55" dirty="0"/>
              <a:t> </a:t>
            </a:r>
            <a:r>
              <a:rPr spc="-10" dirty="0"/>
              <a:t>권장합니다.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spc="-10" dirty="0"/>
              <a:t>제품에서</a:t>
            </a:r>
            <a:r>
              <a:rPr spc="-55" dirty="0"/>
              <a:t> </a:t>
            </a:r>
            <a:r>
              <a:rPr spc="-20" dirty="0"/>
              <a:t>연기,</a:t>
            </a:r>
            <a:r>
              <a:rPr spc="-55" dirty="0"/>
              <a:t> </a:t>
            </a:r>
            <a:r>
              <a:rPr dirty="0"/>
              <a:t>냄새</a:t>
            </a:r>
            <a:r>
              <a:rPr spc="-55" dirty="0"/>
              <a:t> </a:t>
            </a:r>
            <a:r>
              <a:rPr dirty="0"/>
              <a:t>또는</a:t>
            </a:r>
            <a:r>
              <a:rPr spc="-55" dirty="0"/>
              <a:t> </a:t>
            </a:r>
            <a:r>
              <a:rPr spc="-10" dirty="0"/>
              <a:t>소음이</a:t>
            </a:r>
            <a:r>
              <a:rPr spc="-55" dirty="0"/>
              <a:t> </a:t>
            </a:r>
            <a:r>
              <a:rPr spc="-10" dirty="0"/>
              <a:t>발생하며</a:t>
            </a:r>
            <a:r>
              <a:rPr spc="-55" dirty="0"/>
              <a:t> </a:t>
            </a:r>
            <a:r>
              <a:rPr spc="-10" dirty="0"/>
              <a:t>전원을</a:t>
            </a:r>
            <a:r>
              <a:rPr spc="-55" dirty="0"/>
              <a:t> </a:t>
            </a:r>
            <a:r>
              <a:rPr dirty="0"/>
              <a:t>즉시</a:t>
            </a:r>
            <a:r>
              <a:rPr spc="-55" dirty="0"/>
              <a:t> </a:t>
            </a:r>
            <a:r>
              <a:rPr spc="-10" dirty="0"/>
              <a:t>차단하고</a:t>
            </a:r>
            <a:r>
              <a:rPr spc="-55" dirty="0"/>
              <a:t> </a:t>
            </a:r>
            <a:r>
              <a:rPr spc="-10" dirty="0"/>
              <a:t>서비스</a:t>
            </a:r>
            <a:r>
              <a:rPr spc="-55" dirty="0"/>
              <a:t> </a:t>
            </a:r>
            <a:r>
              <a:rPr spc="-10" dirty="0"/>
              <a:t>센터에</a:t>
            </a:r>
            <a:r>
              <a:rPr spc="-55" dirty="0"/>
              <a:t> </a:t>
            </a:r>
            <a:r>
              <a:rPr spc="-10" dirty="0"/>
              <a:t>문의하세요.</a:t>
            </a:r>
          </a:p>
          <a:p>
            <a:pPr marL="12700" marR="3204210">
              <a:lnSpc>
                <a:spcPts val="3070"/>
              </a:lnSpc>
              <a:spcBef>
                <a:spcPts val="145"/>
              </a:spcBef>
            </a:pPr>
            <a:r>
              <a:rPr spc="-35" dirty="0"/>
              <a:t>제품을</a:t>
            </a:r>
            <a:r>
              <a:rPr spc="-70" dirty="0"/>
              <a:t> </a:t>
            </a:r>
            <a:r>
              <a:rPr spc="-30" dirty="0"/>
              <a:t>사용하기</a:t>
            </a:r>
            <a:r>
              <a:rPr spc="-65" dirty="0"/>
              <a:t> </a:t>
            </a:r>
            <a:r>
              <a:rPr spc="-20" dirty="0"/>
              <a:t>전에</a:t>
            </a:r>
            <a:r>
              <a:rPr spc="-70" dirty="0"/>
              <a:t> </a:t>
            </a:r>
            <a:r>
              <a:rPr spc="-30" dirty="0"/>
              <a:t>올바르게</a:t>
            </a:r>
            <a:r>
              <a:rPr spc="-65" dirty="0"/>
              <a:t> </a:t>
            </a:r>
            <a:r>
              <a:rPr spc="-40" dirty="0"/>
              <a:t>연결되었는지</a:t>
            </a:r>
            <a:r>
              <a:rPr spc="-65" dirty="0"/>
              <a:t> </a:t>
            </a:r>
            <a:r>
              <a:rPr spc="-55" dirty="0"/>
              <a:t>확인하세요. </a:t>
            </a:r>
            <a:r>
              <a:rPr spc="-10" dirty="0"/>
              <a:t>제품에</a:t>
            </a:r>
            <a:r>
              <a:rPr spc="-50" dirty="0"/>
              <a:t> </a:t>
            </a:r>
            <a:r>
              <a:rPr spc="-10" dirty="0"/>
              <a:t>무리한</a:t>
            </a:r>
            <a:r>
              <a:rPr spc="-50" dirty="0"/>
              <a:t> </a:t>
            </a:r>
            <a:r>
              <a:rPr spc="-10" dirty="0"/>
              <a:t>충격을</a:t>
            </a:r>
            <a:r>
              <a:rPr spc="-50" dirty="0"/>
              <a:t> </a:t>
            </a:r>
            <a:r>
              <a:rPr spc="-10" dirty="0"/>
              <a:t>가하지</a:t>
            </a:r>
            <a:r>
              <a:rPr spc="-50" dirty="0"/>
              <a:t> </a:t>
            </a:r>
            <a:r>
              <a:rPr spc="-20" dirty="0"/>
              <a:t>마세요.</a:t>
            </a: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pc="-10" dirty="0"/>
              <a:t>임의로</a:t>
            </a:r>
            <a:r>
              <a:rPr spc="-65" dirty="0"/>
              <a:t> </a:t>
            </a:r>
            <a:r>
              <a:rPr spc="-10" dirty="0"/>
              <a:t>제품을</a:t>
            </a:r>
            <a:r>
              <a:rPr spc="-55" dirty="0"/>
              <a:t> </a:t>
            </a:r>
            <a:r>
              <a:rPr dirty="0"/>
              <a:t>분해</a:t>
            </a:r>
            <a:r>
              <a:rPr spc="-55" dirty="0"/>
              <a:t> </a:t>
            </a:r>
            <a:r>
              <a:rPr spc="-10" dirty="0"/>
              <a:t>조립하지</a:t>
            </a:r>
            <a:r>
              <a:rPr spc="-55" dirty="0"/>
              <a:t> </a:t>
            </a:r>
            <a:r>
              <a:rPr spc="-20" dirty="0"/>
              <a:t>마세요.</a:t>
            </a:r>
          </a:p>
          <a:p>
            <a:pPr marL="12700" marR="892810">
              <a:lnSpc>
                <a:spcPts val="3070"/>
              </a:lnSpc>
              <a:spcBef>
                <a:spcPts val="145"/>
              </a:spcBef>
            </a:pPr>
            <a:r>
              <a:rPr spc="-35" dirty="0"/>
              <a:t>레이저</a:t>
            </a:r>
            <a:r>
              <a:rPr spc="-80" dirty="0"/>
              <a:t> </a:t>
            </a:r>
            <a:r>
              <a:rPr spc="-20" dirty="0"/>
              <a:t>센서</a:t>
            </a:r>
            <a:r>
              <a:rPr spc="-65" dirty="0"/>
              <a:t> </a:t>
            </a:r>
            <a:r>
              <a:rPr spc="-35" dirty="0"/>
              <a:t>부분에</a:t>
            </a:r>
            <a:r>
              <a:rPr spc="-65" dirty="0"/>
              <a:t> </a:t>
            </a:r>
            <a:r>
              <a:rPr spc="-30" dirty="0"/>
              <a:t>이물질이</a:t>
            </a:r>
            <a:r>
              <a:rPr spc="-65" dirty="0"/>
              <a:t> </a:t>
            </a:r>
            <a:r>
              <a:rPr spc="-30" dirty="0"/>
              <a:t>들어가지</a:t>
            </a:r>
            <a:r>
              <a:rPr spc="-65" dirty="0"/>
              <a:t> </a:t>
            </a:r>
            <a:r>
              <a:rPr spc="-35" dirty="0"/>
              <a:t>않도록</a:t>
            </a:r>
            <a:r>
              <a:rPr spc="-65" dirty="0"/>
              <a:t> </a:t>
            </a:r>
            <a:r>
              <a:rPr spc="-35" dirty="0"/>
              <a:t>주의해</a:t>
            </a:r>
            <a:r>
              <a:rPr spc="-65" dirty="0"/>
              <a:t> </a:t>
            </a:r>
            <a:r>
              <a:rPr spc="-35" dirty="0"/>
              <a:t>주시고</a:t>
            </a:r>
            <a:r>
              <a:rPr spc="-65" dirty="0"/>
              <a:t> </a:t>
            </a:r>
            <a:r>
              <a:rPr spc="-30" dirty="0"/>
              <a:t>깨끗하고</a:t>
            </a:r>
            <a:r>
              <a:rPr spc="-65" dirty="0"/>
              <a:t> </a:t>
            </a:r>
            <a:r>
              <a:rPr spc="-30" dirty="0"/>
              <a:t>부드러운</a:t>
            </a:r>
            <a:r>
              <a:rPr spc="-65" dirty="0"/>
              <a:t> </a:t>
            </a:r>
            <a:r>
              <a:rPr spc="-35" dirty="0"/>
              <a:t>천으로</a:t>
            </a:r>
            <a:r>
              <a:rPr spc="-65" dirty="0"/>
              <a:t> </a:t>
            </a:r>
            <a:r>
              <a:rPr spc="-35" dirty="0"/>
              <a:t>청소해</a:t>
            </a:r>
            <a:r>
              <a:rPr spc="-65" dirty="0"/>
              <a:t> </a:t>
            </a:r>
            <a:r>
              <a:rPr spc="-55" dirty="0"/>
              <a:t>주세요. </a:t>
            </a:r>
            <a:r>
              <a:rPr dirty="0"/>
              <a:t>물로</a:t>
            </a:r>
            <a:r>
              <a:rPr spc="-60" dirty="0"/>
              <a:t> </a:t>
            </a:r>
            <a:r>
              <a:rPr spc="-10" dirty="0"/>
              <a:t>세착하지</a:t>
            </a:r>
            <a:r>
              <a:rPr spc="-60" dirty="0"/>
              <a:t> </a:t>
            </a:r>
            <a:r>
              <a:rPr spc="-20" dirty="0"/>
              <a:t>마세요.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pc="-20" dirty="0"/>
          </a:p>
          <a:p>
            <a:pPr marL="12700">
              <a:lnSpc>
                <a:spcPct val="100000"/>
              </a:lnSpc>
            </a:pPr>
            <a:r>
              <a:rPr spc="-10" dirty="0"/>
              <a:t>배터리를</a:t>
            </a:r>
            <a:r>
              <a:rPr spc="-50" dirty="0"/>
              <a:t> </a:t>
            </a:r>
            <a:r>
              <a:rPr dirty="0"/>
              <a:t>잘못</a:t>
            </a:r>
            <a:r>
              <a:rPr spc="-50" dirty="0"/>
              <a:t> </a:t>
            </a:r>
            <a:r>
              <a:rPr spc="-20" dirty="0"/>
              <a:t>사용하거나</a:t>
            </a:r>
            <a:r>
              <a:rPr spc="-50" dirty="0"/>
              <a:t> </a:t>
            </a:r>
            <a:r>
              <a:rPr spc="-10" dirty="0"/>
              <a:t>부적절한</a:t>
            </a:r>
            <a:r>
              <a:rPr spc="-50" dirty="0"/>
              <a:t> </a:t>
            </a:r>
            <a:r>
              <a:rPr spc="-10" dirty="0"/>
              <a:t>교체는</a:t>
            </a:r>
            <a:r>
              <a:rPr spc="-50" dirty="0"/>
              <a:t> </a:t>
            </a:r>
            <a:r>
              <a:rPr spc="-10" dirty="0"/>
              <a:t>폭발의</a:t>
            </a:r>
            <a:r>
              <a:rPr spc="-50" dirty="0"/>
              <a:t> </a:t>
            </a:r>
            <a:r>
              <a:rPr spc="-10" dirty="0"/>
              <a:t>위험이</a:t>
            </a:r>
            <a:r>
              <a:rPr spc="-50" dirty="0"/>
              <a:t> </a:t>
            </a:r>
            <a:r>
              <a:rPr spc="-10" dirty="0"/>
              <a:t>있습니다.</a:t>
            </a:r>
          </a:p>
          <a:p>
            <a:pPr marL="12700" marR="1272540">
              <a:lnSpc>
                <a:spcPts val="3070"/>
              </a:lnSpc>
            </a:pPr>
            <a:r>
              <a:rPr spc="-35" dirty="0"/>
              <a:t>모션탭</a:t>
            </a:r>
            <a:r>
              <a:rPr spc="-80" dirty="0"/>
              <a:t> </a:t>
            </a:r>
            <a:r>
              <a:rPr spc="-30" dirty="0"/>
              <a:t>기구들의</a:t>
            </a:r>
            <a:r>
              <a:rPr spc="-65" dirty="0"/>
              <a:t> </a:t>
            </a:r>
            <a:r>
              <a:rPr spc="-35" dirty="0"/>
              <a:t>잘못된</a:t>
            </a:r>
            <a:r>
              <a:rPr spc="-65" dirty="0"/>
              <a:t> </a:t>
            </a:r>
            <a:r>
              <a:rPr spc="-30" dirty="0"/>
              <a:t>결합으로</a:t>
            </a:r>
            <a:r>
              <a:rPr spc="-70" dirty="0"/>
              <a:t> </a:t>
            </a:r>
            <a:r>
              <a:rPr spc="-35" dirty="0"/>
              <a:t>인하여</a:t>
            </a:r>
            <a:r>
              <a:rPr spc="-65" dirty="0"/>
              <a:t> </a:t>
            </a:r>
            <a:r>
              <a:rPr spc="-35" dirty="0"/>
              <a:t>바닥의</a:t>
            </a:r>
            <a:r>
              <a:rPr spc="-65" dirty="0"/>
              <a:t> </a:t>
            </a:r>
            <a:r>
              <a:rPr spc="-30" dirty="0"/>
              <a:t>포고핀이</a:t>
            </a:r>
            <a:r>
              <a:rPr spc="-65" dirty="0"/>
              <a:t> </a:t>
            </a:r>
            <a:r>
              <a:rPr spc="-30" dirty="0"/>
              <a:t>부러지는</a:t>
            </a:r>
            <a:r>
              <a:rPr spc="-70" dirty="0"/>
              <a:t> </a:t>
            </a:r>
            <a:r>
              <a:rPr spc="-35" dirty="0"/>
              <a:t>현상이</a:t>
            </a:r>
            <a:r>
              <a:rPr spc="-65" dirty="0"/>
              <a:t> </a:t>
            </a:r>
            <a:r>
              <a:rPr spc="-35" dirty="0"/>
              <a:t>발생할</a:t>
            </a:r>
            <a:r>
              <a:rPr spc="-65" dirty="0"/>
              <a:t> </a:t>
            </a:r>
            <a:r>
              <a:rPr dirty="0"/>
              <a:t>수</a:t>
            </a:r>
            <a:r>
              <a:rPr spc="-65" dirty="0"/>
              <a:t> </a:t>
            </a:r>
            <a:r>
              <a:rPr spc="-55" dirty="0"/>
              <a:t>있습니다. </a:t>
            </a:r>
            <a:r>
              <a:rPr spc="-10" dirty="0"/>
              <a:t>가방에</a:t>
            </a:r>
            <a:r>
              <a:rPr spc="-55" dirty="0"/>
              <a:t> </a:t>
            </a:r>
            <a:r>
              <a:rPr dirty="0"/>
              <a:t>넣어</a:t>
            </a:r>
            <a:r>
              <a:rPr spc="-55" dirty="0"/>
              <a:t> </a:t>
            </a:r>
            <a:r>
              <a:rPr spc="-10" dirty="0"/>
              <a:t>이동할</a:t>
            </a:r>
            <a:r>
              <a:rPr spc="-55" dirty="0"/>
              <a:t> </a:t>
            </a:r>
            <a:r>
              <a:rPr dirty="0"/>
              <a:t>경우</a:t>
            </a:r>
            <a:r>
              <a:rPr spc="-55" dirty="0"/>
              <a:t> </a:t>
            </a:r>
            <a:r>
              <a:rPr spc="-10" dirty="0"/>
              <a:t>심하게</a:t>
            </a:r>
            <a:r>
              <a:rPr spc="-55" dirty="0"/>
              <a:t> </a:t>
            </a:r>
            <a:r>
              <a:rPr spc="-10" dirty="0"/>
              <a:t>흔들거나</a:t>
            </a:r>
            <a:r>
              <a:rPr spc="-55" dirty="0"/>
              <a:t> </a:t>
            </a:r>
            <a:r>
              <a:rPr spc="-10" dirty="0"/>
              <a:t>던지는</a:t>
            </a:r>
            <a:r>
              <a:rPr spc="-55" dirty="0"/>
              <a:t> </a:t>
            </a:r>
            <a:r>
              <a:rPr spc="-10" dirty="0"/>
              <a:t>행위는</a:t>
            </a:r>
            <a:r>
              <a:rPr spc="-55" dirty="0"/>
              <a:t> </a:t>
            </a:r>
            <a:r>
              <a:rPr dirty="0"/>
              <a:t>하지</a:t>
            </a:r>
            <a:r>
              <a:rPr spc="-50" dirty="0"/>
              <a:t> </a:t>
            </a:r>
            <a:r>
              <a:rPr spc="-20" dirty="0"/>
              <a:t>마세요.</a:t>
            </a:r>
          </a:p>
        </p:txBody>
      </p:sp>
      <p:sp>
        <p:nvSpPr>
          <p:cNvPr id="95" name="object 95"/>
          <p:cNvSpPr txBox="1"/>
          <p:nvPr/>
        </p:nvSpPr>
        <p:spPr>
          <a:xfrm>
            <a:off x="635299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04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4482795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05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964699" y="10252781"/>
            <a:ext cx="125222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3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01</a:t>
            </a:r>
            <a:r>
              <a:rPr sz="1100" b="0" spc="-9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 </a:t>
            </a: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모션탭</a:t>
            </a:r>
            <a:r>
              <a:rPr sz="1100" b="0" spc="-9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2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소개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3118072" y="10252781"/>
            <a:ext cx="124650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모션탭</a:t>
            </a:r>
            <a:r>
              <a:rPr sz="1100" b="0" spc="-9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3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소개</a:t>
            </a: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9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9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2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01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99" name="object 94">
            <a:extLst>
              <a:ext uri="{FF2B5EF4-FFF2-40B4-BE49-F238E27FC236}">
                <a16:creationId xmlns:a16="http://schemas.microsoft.com/office/drawing/2014/main" id="{248CCB8A-578F-21E4-3390-34AA676009C3}"/>
              </a:ext>
            </a:extLst>
          </p:cNvPr>
          <p:cNvSpPr txBox="1">
            <a:spLocks/>
          </p:cNvSpPr>
          <p:nvPr/>
        </p:nvSpPr>
        <p:spPr>
          <a:xfrm>
            <a:off x="2038797" y="2213058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ko-KR" altLang="en-US"/>
              <a:t>사양</a:t>
            </a:r>
            <a:endParaRPr lang="en-US" altLang="ko-KR" spc="-20" dirty="0"/>
          </a:p>
        </p:txBody>
      </p:sp>
      <p:sp>
        <p:nvSpPr>
          <p:cNvPr id="100" name="object 94">
            <a:extLst>
              <a:ext uri="{FF2B5EF4-FFF2-40B4-BE49-F238E27FC236}">
                <a16:creationId xmlns:a16="http://schemas.microsoft.com/office/drawing/2014/main" id="{415CAC35-1C04-5BDB-C512-93B95CE777C5}"/>
              </a:ext>
            </a:extLst>
          </p:cNvPr>
          <p:cNvSpPr txBox="1">
            <a:spLocks/>
          </p:cNvSpPr>
          <p:nvPr/>
        </p:nvSpPr>
        <p:spPr>
          <a:xfrm>
            <a:off x="2038797" y="2601953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ko-KR" altLang="en-US"/>
              <a:t>레이저 센서</a:t>
            </a:r>
            <a:endParaRPr lang="en-US" altLang="ko-KR" spc="-20" dirty="0"/>
          </a:p>
        </p:txBody>
      </p:sp>
      <p:sp>
        <p:nvSpPr>
          <p:cNvPr id="101" name="object 94">
            <a:extLst>
              <a:ext uri="{FF2B5EF4-FFF2-40B4-BE49-F238E27FC236}">
                <a16:creationId xmlns:a16="http://schemas.microsoft.com/office/drawing/2014/main" id="{C441B716-8AAB-52C1-ACC0-81F6B2E20A38}"/>
              </a:ext>
            </a:extLst>
          </p:cNvPr>
          <p:cNvSpPr txBox="1">
            <a:spLocks/>
          </p:cNvSpPr>
          <p:nvPr/>
        </p:nvSpPr>
        <p:spPr>
          <a:xfrm>
            <a:off x="2038797" y="2951273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ko-KR" altLang="en-US" dirty="0"/>
              <a:t>가속도 센서</a:t>
            </a:r>
            <a:r>
              <a:rPr lang="en-US" altLang="ko-KR" dirty="0"/>
              <a:t>(</a:t>
            </a:r>
            <a:r>
              <a:rPr lang="ko-KR" altLang="en-US" dirty="0"/>
              <a:t>터치 센서</a:t>
            </a:r>
            <a:r>
              <a:rPr lang="en-US" altLang="ko-KR" dirty="0"/>
              <a:t>)</a:t>
            </a:r>
            <a:endParaRPr lang="en-US" altLang="ko-KR" spc="-20" dirty="0"/>
          </a:p>
        </p:txBody>
      </p:sp>
      <p:sp>
        <p:nvSpPr>
          <p:cNvPr id="102" name="object 94">
            <a:extLst>
              <a:ext uri="{FF2B5EF4-FFF2-40B4-BE49-F238E27FC236}">
                <a16:creationId xmlns:a16="http://schemas.microsoft.com/office/drawing/2014/main" id="{807C9F83-67AB-2BCB-6E0C-CB9E43CA9492}"/>
              </a:ext>
            </a:extLst>
          </p:cNvPr>
          <p:cNvSpPr txBox="1">
            <a:spLocks/>
          </p:cNvSpPr>
          <p:nvPr/>
        </p:nvSpPr>
        <p:spPr>
          <a:xfrm>
            <a:off x="2038797" y="3318096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en-US" altLang="ko-KR" spc="-20" dirty="0"/>
              <a:t>V5.0 </a:t>
            </a:r>
            <a:r>
              <a:rPr lang="ko-KR" altLang="en-US" spc="-20" dirty="0"/>
              <a:t>지원</a:t>
            </a:r>
            <a:endParaRPr lang="en-US" altLang="ko-KR" spc="-20" dirty="0"/>
          </a:p>
        </p:txBody>
      </p:sp>
      <p:sp>
        <p:nvSpPr>
          <p:cNvPr id="103" name="object 94">
            <a:extLst>
              <a:ext uri="{FF2B5EF4-FFF2-40B4-BE49-F238E27FC236}">
                <a16:creationId xmlns:a16="http://schemas.microsoft.com/office/drawing/2014/main" id="{6CFB2CD8-4893-2CA3-B26A-5FB3D9BAB721}"/>
              </a:ext>
            </a:extLst>
          </p:cNvPr>
          <p:cNvSpPr txBox="1">
            <a:spLocks/>
          </p:cNvSpPr>
          <p:nvPr/>
        </p:nvSpPr>
        <p:spPr>
          <a:xfrm>
            <a:off x="2038797" y="3667416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en-US" altLang="ko-KR" spc="-20" dirty="0"/>
              <a:t>R-R-iNa-BLECMV1</a:t>
            </a:r>
          </a:p>
        </p:txBody>
      </p:sp>
      <p:sp>
        <p:nvSpPr>
          <p:cNvPr id="104" name="object 94">
            <a:extLst>
              <a:ext uri="{FF2B5EF4-FFF2-40B4-BE49-F238E27FC236}">
                <a16:creationId xmlns:a16="http://schemas.microsoft.com/office/drawing/2014/main" id="{8346F12C-728D-D92A-846D-24D8568D81B2}"/>
              </a:ext>
            </a:extLst>
          </p:cNvPr>
          <p:cNvSpPr txBox="1">
            <a:spLocks/>
          </p:cNvSpPr>
          <p:nvPr/>
        </p:nvSpPr>
        <p:spPr>
          <a:xfrm>
            <a:off x="2038797" y="4007502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en-US" altLang="ko-KR" spc="-20" dirty="0"/>
              <a:t>7 color + off</a:t>
            </a:r>
          </a:p>
        </p:txBody>
      </p:sp>
      <p:sp>
        <p:nvSpPr>
          <p:cNvPr id="105" name="object 94">
            <a:extLst>
              <a:ext uri="{FF2B5EF4-FFF2-40B4-BE49-F238E27FC236}">
                <a16:creationId xmlns:a16="http://schemas.microsoft.com/office/drawing/2014/main" id="{5ADE8DE0-69B9-92BB-4804-18791F823D04}"/>
              </a:ext>
            </a:extLst>
          </p:cNvPr>
          <p:cNvSpPr txBox="1">
            <a:spLocks/>
          </p:cNvSpPr>
          <p:nvPr/>
        </p:nvSpPr>
        <p:spPr>
          <a:xfrm>
            <a:off x="2038797" y="4356822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ko-KR" altLang="en-US" spc="-20" dirty="0"/>
              <a:t>최대 </a:t>
            </a:r>
            <a:r>
              <a:rPr lang="en-US" altLang="ko-KR" spc="-20" dirty="0"/>
              <a:t>12</a:t>
            </a:r>
            <a:r>
              <a:rPr lang="ko-KR" altLang="en-US" spc="-20" dirty="0"/>
              <a:t>개</a:t>
            </a:r>
            <a:endParaRPr lang="en-US" altLang="ko-KR" spc="-20" dirty="0"/>
          </a:p>
        </p:txBody>
      </p:sp>
      <p:sp>
        <p:nvSpPr>
          <p:cNvPr id="106" name="object 94">
            <a:extLst>
              <a:ext uri="{FF2B5EF4-FFF2-40B4-BE49-F238E27FC236}">
                <a16:creationId xmlns:a16="http://schemas.microsoft.com/office/drawing/2014/main" id="{9E875B28-6E1F-A48C-CB17-ED32CB82A81E}"/>
              </a:ext>
            </a:extLst>
          </p:cNvPr>
          <p:cNvSpPr txBox="1">
            <a:spLocks/>
          </p:cNvSpPr>
          <p:nvPr/>
        </p:nvSpPr>
        <p:spPr>
          <a:xfrm>
            <a:off x="2038797" y="4723645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ko-KR" altLang="en-US" spc="-20" dirty="0"/>
              <a:t>리튬이온</a:t>
            </a:r>
            <a:endParaRPr lang="en-US" altLang="ko-KR" spc="-20" dirty="0"/>
          </a:p>
        </p:txBody>
      </p:sp>
      <p:sp>
        <p:nvSpPr>
          <p:cNvPr id="107" name="object 94">
            <a:extLst>
              <a:ext uri="{FF2B5EF4-FFF2-40B4-BE49-F238E27FC236}">
                <a16:creationId xmlns:a16="http://schemas.microsoft.com/office/drawing/2014/main" id="{5D7D0AB6-7E83-F694-7342-AAB868DBEFC1}"/>
              </a:ext>
            </a:extLst>
          </p:cNvPr>
          <p:cNvSpPr txBox="1">
            <a:spLocks/>
          </p:cNvSpPr>
          <p:nvPr/>
        </p:nvSpPr>
        <p:spPr>
          <a:xfrm>
            <a:off x="2038797" y="5072965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en-US" altLang="ko-KR" spc="-20" dirty="0"/>
              <a:t>1,100mA</a:t>
            </a:r>
          </a:p>
        </p:txBody>
      </p:sp>
      <p:sp>
        <p:nvSpPr>
          <p:cNvPr id="108" name="object 94">
            <a:extLst>
              <a:ext uri="{FF2B5EF4-FFF2-40B4-BE49-F238E27FC236}">
                <a16:creationId xmlns:a16="http://schemas.microsoft.com/office/drawing/2014/main" id="{61FC195A-5490-030C-9B48-CAE6D0C7C1AA}"/>
              </a:ext>
            </a:extLst>
          </p:cNvPr>
          <p:cNvSpPr txBox="1">
            <a:spLocks/>
          </p:cNvSpPr>
          <p:nvPr/>
        </p:nvSpPr>
        <p:spPr>
          <a:xfrm>
            <a:off x="2038797" y="5422285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ko-KR" altLang="en-US" spc="-20" dirty="0"/>
              <a:t>완전충전시 </a:t>
            </a:r>
            <a:r>
              <a:rPr lang="en-US" altLang="ko-KR" spc="-20" dirty="0"/>
              <a:t>12</a:t>
            </a:r>
            <a:r>
              <a:rPr lang="ko-KR" altLang="en-US" spc="-20" dirty="0"/>
              <a:t>시간</a:t>
            </a:r>
            <a:endParaRPr lang="en-US" altLang="ko-KR" spc="-20" dirty="0"/>
          </a:p>
        </p:txBody>
      </p:sp>
      <p:sp>
        <p:nvSpPr>
          <p:cNvPr id="109" name="object 94">
            <a:extLst>
              <a:ext uri="{FF2B5EF4-FFF2-40B4-BE49-F238E27FC236}">
                <a16:creationId xmlns:a16="http://schemas.microsoft.com/office/drawing/2014/main" id="{82D3874F-8DCA-1272-9C38-E203F3B5D73F}"/>
              </a:ext>
            </a:extLst>
          </p:cNvPr>
          <p:cNvSpPr txBox="1">
            <a:spLocks/>
          </p:cNvSpPr>
          <p:nvPr/>
        </p:nvSpPr>
        <p:spPr>
          <a:xfrm>
            <a:off x="2038797" y="5771605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ko-KR" altLang="en-US" spc="-20" dirty="0"/>
              <a:t>탭</a:t>
            </a:r>
            <a:r>
              <a:rPr lang="en-US" altLang="ko-KR" spc="-20" dirty="0"/>
              <a:t>4</a:t>
            </a:r>
            <a:r>
              <a:rPr lang="ko-KR" altLang="en-US" spc="-20" dirty="0"/>
              <a:t>개시 </a:t>
            </a:r>
            <a:r>
              <a:rPr lang="en-US" altLang="ko-KR" spc="-20" dirty="0"/>
              <a:t>8</a:t>
            </a:r>
            <a:r>
              <a:rPr lang="ko-KR" altLang="en-US" spc="-20" dirty="0"/>
              <a:t>시간</a:t>
            </a:r>
            <a:endParaRPr lang="en-US" altLang="ko-KR" spc="-20" dirty="0"/>
          </a:p>
        </p:txBody>
      </p:sp>
      <p:sp>
        <p:nvSpPr>
          <p:cNvPr id="110" name="object 94">
            <a:extLst>
              <a:ext uri="{FF2B5EF4-FFF2-40B4-BE49-F238E27FC236}">
                <a16:creationId xmlns:a16="http://schemas.microsoft.com/office/drawing/2014/main" id="{1CFB3A5F-9530-411F-E39E-CA86A10DDCC5}"/>
              </a:ext>
            </a:extLst>
          </p:cNvPr>
          <p:cNvSpPr txBox="1">
            <a:spLocks/>
          </p:cNvSpPr>
          <p:nvPr/>
        </p:nvSpPr>
        <p:spPr>
          <a:xfrm>
            <a:off x="2038797" y="6111691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en-US" altLang="ko-KR" spc="-20" dirty="0"/>
              <a:t>USB – C type</a:t>
            </a:r>
          </a:p>
        </p:txBody>
      </p:sp>
      <p:sp>
        <p:nvSpPr>
          <p:cNvPr id="111" name="object 94">
            <a:extLst>
              <a:ext uri="{FF2B5EF4-FFF2-40B4-BE49-F238E27FC236}">
                <a16:creationId xmlns:a16="http://schemas.microsoft.com/office/drawing/2014/main" id="{1E0A234D-C1FF-0C9C-AE0A-013CAF30FE0F}"/>
              </a:ext>
            </a:extLst>
          </p:cNvPr>
          <p:cNvSpPr txBox="1">
            <a:spLocks/>
          </p:cNvSpPr>
          <p:nvPr/>
        </p:nvSpPr>
        <p:spPr>
          <a:xfrm>
            <a:off x="2038797" y="6461011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ko-KR" altLang="en-US" spc="-20" dirty="0" err="1"/>
              <a:t>폴리카보네이트</a:t>
            </a:r>
            <a:r>
              <a:rPr lang="en-US" altLang="ko-KR" spc="-20" dirty="0"/>
              <a:t>, ABS</a:t>
            </a:r>
            <a:r>
              <a:rPr lang="ko-KR" altLang="en-US" spc="-20" dirty="0"/>
              <a:t>수지</a:t>
            </a:r>
            <a:r>
              <a:rPr lang="en-US" altLang="ko-KR" spc="-20" dirty="0"/>
              <a:t>, </a:t>
            </a:r>
            <a:r>
              <a:rPr lang="ko-KR" altLang="en-US" spc="-20" dirty="0"/>
              <a:t>고무 등</a:t>
            </a:r>
            <a:endParaRPr lang="en-US" altLang="ko-KR" spc="-20" dirty="0"/>
          </a:p>
        </p:txBody>
      </p:sp>
      <p:sp>
        <p:nvSpPr>
          <p:cNvPr id="112" name="object 94">
            <a:extLst>
              <a:ext uri="{FF2B5EF4-FFF2-40B4-BE49-F238E27FC236}">
                <a16:creationId xmlns:a16="http://schemas.microsoft.com/office/drawing/2014/main" id="{963F7B49-80EF-A643-54DC-0E7635772B34}"/>
              </a:ext>
            </a:extLst>
          </p:cNvPr>
          <p:cNvSpPr txBox="1">
            <a:spLocks/>
          </p:cNvSpPr>
          <p:nvPr/>
        </p:nvSpPr>
        <p:spPr>
          <a:xfrm>
            <a:off x="2038797" y="6827834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ko-KR" altLang="en-US" spc="-20" dirty="0"/>
              <a:t>약 </a:t>
            </a:r>
            <a:r>
              <a:rPr lang="en-US" altLang="ko-KR" spc="-20" dirty="0"/>
              <a:t>142g (</a:t>
            </a:r>
            <a:r>
              <a:rPr lang="ko-KR" altLang="en-US" spc="-20" dirty="0"/>
              <a:t>탭 개당</a:t>
            </a:r>
            <a:r>
              <a:rPr lang="en-US" altLang="ko-KR" spc="-20" dirty="0"/>
              <a:t>)</a:t>
            </a:r>
          </a:p>
        </p:txBody>
      </p:sp>
      <p:sp>
        <p:nvSpPr>
          <p:cNvPr id="113" name="object 94">
            <a:extLst>
              <a:ext uri="{FF2B5EF4-FFF2-40B4-BE49-F238E27FC236}">
                <a16:creationId xmlns:a16="http://schemas.microsoft.com/office/drawing/2014/main" id="{167BA027-243B-A363-45F4-B95590B3CBAD}"/>
              </a:ext>
            </a:extLst>
          </p:cNvPr>
          <p:cNvSpPr txBox="1">
            <a:spLocks/>
          </p:cNvSpPr>
          <p:nvPr/>
        </p:nvSpPr>
        <p:spPr>
          <a:xfrm>
            <a:off x="2038797" y="7177154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ko-KR" altLang="en-US" spc="-20" dirty="0"/>
              <a:t>브라켓</a:t>
            </a:r>
            <a:r>
              <a:rPr lang="en-US" altLang="ko-KR" spc="-20" dirty="0"/>
              <a:t>, </a:t>
            </a:r>
            <a:r>
              <a:rPr lang="ko-KR" altLang="en-US" spc="-20" dirty="0" err="1"/>
              <a:t>썩션컵</a:t>
            </a:r>
            <a:r>
              <a:rPr lang="en-US" altLang="ko-KR" spc="-20" dirty="0"/>
              <a:t>, </a:t>
            </a:r>
            <a:r>
              <a:rPr lang="ko-KR" altLang="en-US" spc="-20" dirty="0"/>
              <a:t>벨트</a:t>
            </a:r>
            <a:endParaRPr lang="en-US" altLang="ko-KR" spc="-20" dirty="0"/>
          </a:p>
        </p:txBody>
      </p:sp>
      <p:sp>
        <p:nvSpPr>
          <p:cNvPr id="114" name="object 94">
            <a:extLst>
              <a:ext uri="{FF2B5EF4-FFF2-40B4-BE49-F238E27FC236}">
                <a16:creationId xmlns:a16="http://schemas.microsoft.com/office/drawing/2014/main" id="{752848B5-0E17-4BC6-947A-DAE4C56CBF29}"/>
              </a:ext>
            </a:extLst>
          </p:cNvPr>
          <p:cNvSpPr txBox="1">
            <a:spLocks/>
          </p:cNvSpPr>
          <p:nvPr/>
        </p:nvSpPr>
        <p:spPr>
          <a:xfrm>
            <a:off x="2038797" y="7557298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ko-KR" altLang="en-US" spc="-20" dirty="0"/>
              <a:t>안드로이드 </a:t>
            </a:r>
            <a:r>
              <a:rPr lang="en-US" altLang="ko-KR" spc="-20" dirty="0"/>
              <a:t>7.0</a:t>
            </a:r>
            <a:r>
              <a:rPr lang="ko-KR" altLang="en-US" spc="-20" dirty="0"/>
              <a:t>이상 </a:t>
            </a:r>
            <a:r>
              <a:rPr lang="en-US" altLang="ko-KR" spc="-20" dirty="0"/>
              <a:t>/ </a:t>
            </a:r>
            <a:r>
              <a:rPr lang="en-US" altLang="ko-KR" spc="-20" dirty="0" err="1"/>
              <a:t>ios</a:t>
            </a:r>
            <a:r>
              <a:rPr lang="en-US" altLang="ko-KR" spc="-20" dirty="0"/>
              <a:t> 15 </a:t>
            </a:r>
            <a:r>
              <a:rPr lang="ko-KR" altLang="en-US" spc="-20" dirty="0"/>
              <a:t>이상</a:t>
            </a:r>
            <a:endParaRPr lang="en-US" altLang="ko-KR" spc="-20" dirty="0"/>
          </a:p>
        </p:txBody>
      </p:sp>
      <p:sp>
        <p:nvSpPr>
          <p:cNvPr id="115" name="object 94">
            <a:extLst>
              <a:ext uri="{FF2B5EF4-FFF2-40B4-BE49-F238E27FC236}">
                <a16:creationId xmlns:a16="http://schemas.microsoft.com/office/drawing/2014/main" id="{432AC85D-B7F0-F0BB-6D95-21D109E4A6D9}"/>
              </a:ext>
            </a:extLst>
          </p:cNvPr>
          <p:cNvSpPr txBox="1">
            <a:spLocks/>
          </p:cNvSpPr>
          <p:nvPr/>
        </p:nvSpPr>
        <p:spPr>
          <a:xfrm>
            <a:off x="2038797" y="7924121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ko-KR" altLang="en-US" spc="-20" dirty="0"/>
              <a:t>대한민국</a:t>
            </a:r>
            <a:endParaRPr lang="en-US" altLang="ko-KR" spc="-20" dirty="0"/>
          </a:p>
        </p:txBody>
      </p:sp>
      <p:sp>
        <p:nvSpPr>
          <p:cNvPr id="116" name="object 94">
            <a:extLst>
              <a:ext uri="{FF2B5EF4-FFF2-40B4-BE49-F238E27FC236}">
                <a16:creationId xmlns:a16="http://schemas.microsoft.com/office/drawing/2014/main" id="{F0ECEC7B-393D-2A50-F1E6-4B6AAF3EE375}"/>
              </a:ext>
            </a:extLst>
          </p:cNvPr>
          <p:cNvSpPr txBox="1">
            <a:spLocks/>
          </p:cNvSpPr>
          <p:nvPr/>
        </p:nvSpPr>
        <p:spPr>
          <a:xfrm>
            <a:off x="2038797" y="8273441"/>
            <a:ext cx="5022403" cy="2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000" b="0" i="0">
                <a:solidFill>
                  <a:srgbClr val="050000"/>
                </a:solidFill>
                <a:latin typeface="나눔명조OTF"/>
                <a:ea typeface="+mn-ea"/>
                <a:cs typeface="나눔명조OT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8735" algn="ctr">
              <a:lnSpc>
                <a:spcPct val="150000"/>
              </a:lnSpc>
              <a:spcBef>
                <a:spcPts val="100"/>
              </a:spcBef>
            </a:pPr>
            <a:r>
              <a:rPr lang="ko-KR" altLang="en-US" spc="-20" dirty="0"/>
              <a:t>㈜</a:t>
            </a:r>
            <a:r>
              <a:rPr lang="ko-KR" altLang="en-US" spc="-20" dirty="0" err="1"/>
              <a:t>푸쉬캣</a:t>
            </a:r>
            <a:endParaRPr lang="en-US" altLang="ko-KR" spc="-20" dirty="0"/>
          </a:p>
        </p:txBody>
      </p:sp>
      <p:sp>
        <p:nvSpPr>
          <p:cNvPr id="117" name="object 77">
            <a:extLst>
              <a:ext uri="{FF2B5EF4-FFF2-40B4-BE49-F238E27FC236}">
                <a16:creationId xmlns:a16="http://schemas.microsoft.com/office/drawing/2014/main" id="{CD403CFF-822A-7E62-8723-6029434EC094}"/>
              </a:ext>
            </a:extLst>
          </p:cNvPr>
          <p:cNvSpPr txBox="1"/>
          <p:nvPr/>
        </p:nvSpPr>
        <p:spPr>
          <a:xfrm>
            <a:off x="862100" y="2247163"/>
            <a:ext cx="5657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구분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18" name="object 77">
            <a:extLst>
              <a:ext uri="{FF2B5EF4-FFF2-40B4-BE49-F238E27FC236}">
                <a16:creationId xmlns:a16="http://schemas.microsoft.com/office/drawing/2014/main" id="{651DDB97-2B4D-C38F-D739-6375852A6421}"/>
              </a:ext>
            </a:extLst>
          </p:cNvPr>
          <p:cNvSpPr txBox="1"/>
          <p:nvPr/>
        </p:nvSpPr>
        <p:spPr>
          <a:xfrm>
            <a:off x="862100" y="2807677"/>
            <a:ext cx="5657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Sensor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19" name="object 77">
            <a:extLst>
              <a:ext uri="{FF2B5EF4-FFF2-40B4-BE49-F238E27FC236}">
                <a16:creationId xmlns:a16="http://schemas.microsoft.com/office/drawing/2014/main" id="{BF6681F0-70ED-9D50-36DE-5394A11899D8}"/>
              </a:ext>
            </a:extLst>
          </p:cNvPr>
          <p:cNvSpPr txBox="1"/>
          <p:nvPr/>
        </p:nvSpPr>
        <p:spPr>
          <a:xfrm>
            <a:off x="638985" y="3322127"/>
            <a:ext cx="101201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latin typeface="나눔바른고딕OTF"/>
                <a:cs typeface="나눔바른고딕OTF"/>
              </a:rPr>
              <a:t>Bluetooth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20" name="object 77">
            <a:extLst>
              <a:ext uri="{FF2B5EF4-FFF2-40B4-BE49-F238E27FC236}">
                <a16:creationId xmlns:a16="http://schemas.microsoft.com/office/drawing/2014/main" id="{446B05BA-FB06-7DE3-A5A0-0E5AECF9CC80}"/>
              </a:ext>
            </a:extLst>
          </p:cNvPr>
          <p:cNvSpPr txBox="1"/>
          <p:nvPr/>
        </p:nvSpPr>
        <p:spPr>
          <a:xfrm>
            <a:off x="862100" y="3708307"/>
            <a:ext cx="5657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KC</a:t>
            </a:r>
            <a:r>
              <a:rPr lang="ko-KR" altLang="en-US"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인증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21" name="object 77">
            <a:extLst>
              <a:ext uri="{FF2B5EF4-FFF2-40B4-BE49-F238E27FC236}">
                <a16:creationId xmlns:a16="http://schemas.microsoft.com/office/drawing/2014/main" id="{DEAB1E5F-0207-AD4E-0B2A-6B2655972DB4}"/>
              </a:ext>
            </a:extLst>
          </p:cNvPr>
          <p:cNvSpPr txBox="1"/>
          <p:nvPr/>
        </p:nvSpPr>
        <p:spPr>
          <a:xfrm>
            <a:off x="862100" y="4049940"/>
            <a:ext cx="5657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LED</a:t>
            </a:r>
            <a:r>
              <a:rPr lang="ko-KR" altLang="en-US"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색상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22" name="object 77">
            <a:extLst>
              <a:ext uri="{FF2B5EF4-FFF2-40B4-BE49-F238E27FC236}">
                <a16:creationId xmlns:a16="http://schemas.microsoft.com/office/drawing/2014/main" id="{E3AA0E64-906F-B16F-FD7C-83DE0809614E}"/>
              </a:ext>
            </a:extLst>
          </p:cNvPr>
          <p:cNvSpPr txBox="1"/>
          <p:nvPr/>
        </p:nvSpPr>
        <p:spPr>
          <a:xfrm>
            <a:off x="562785" y="4394127"/>
            <a:ext cx="116441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>
                <a:latin typeface="나눔바른고딕OTF"/>
                <a:cs typeface="나눔바른고딕OTF"/>
              </a:rPr>
              <a:t>연결 </a:t>
            </a:r>
            <a:r>
              <a:rPr lang="en-US" altLang="ko-KR" sz="1200" dirty="0">
                <a:latin typeface="나눔바른고딕OTF"/>
                <a:cs typeface="나눔바른고딕OTF"/>
              </a:rPr>
              <a:t>Tap</a:t>
            </a:r>
            <a:r>
              <a:rPr lang="ko-KR" altLang="en-US" sz="1200" dirty="0">
                <a:latin typeface="나눔바른고딕OTF"/>
                <a:cs typeface="나눔바른고딕OTF"/>
              </a:rPr>
              <a:t>수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23" name="object 77">
            <a:extLst>
              <a:ext uri="{FF2B5EF4-FFF2-40B4-BE49-F238E27FC236}">
                <a16:creationId xmlns:a16="http://schemas.microsoft.com/office/drawing/2014/main" id="{B44DA71F-1271-9BE2-3AE1-9FA04C7B94FD}"/>
              </a:ext>
            </a:extLst>
          </p:cNvPr>
          <p:cNvSpPr txBox="1"/>
          <p:nvPr/>
        </p:nvSpPr>
        <p:spPr>
          <a:xfrm>
            <a:off x="638984" y="4750255"/>
            <a:ext cx="101201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spc="-50">
                <a:solidFill>
                  <a:srgbClr val="231F20"/>
                </a:solidFill>
                <a:latin typeface="나눔바른고딕OTF"/>
                <a:cs typeface="나눔바른고딕OTF"/>
              </a:rPr>
              <a:t>배터리 종류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24" name="object 77">
            <a:extLst>
              <a:ext uri="{FF2B5EF4-FFF2-40B4-BE49-F238E27FC236}">
                <a16:creationId xmlns:a16="http://schemas.microsoft.com/office/drawing/2014/main" id="{433C6D63-84CE-9AC3-4D25-E85F5BFBFC7B}"/>
              </a:ext>
            </a:extLst>
          </p:cNvPr>
          <p:cNvSpPr txBox="1"/>
          <p:nvPr/>
        </p:nvSpPr>
        <p:spPr>
          <a:xfrm>
            <a:off x="638984" y="5106383"/>
            <a:ext cx="101201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spc="-50">
                <a:solidFill>
                  <a:srgbClr val="231F20"/>
                </a:solidFill>
                <a:latin typeface="나눔바른고딕OTF"/>
                <a:cs typeface="나눔바른고딕OTF"/>
              </a:rPr>
              <a:t>배터리 용량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25" name="object 77">
            <a:extLst>
              <a:ext uri="{FF2B5EF4-FFF2-40B4-BE49-F238E27FC236}">
                <a16:creationId xmlns:a16="http://schemas.microsoft.com/office/drawing/2014/main" id="{6FE2E6BE-62A4-0A48-8579-0BBB992ACEBC}"/>
              </a:ext>
            </a:extLst>
          </p:cNvPr>
          <p:cNvSpPr txBox="1"/>
          <p:nvPr/>
        </p:nvSpPr>
        <p:spPr>
          <a:xfrm>
            <a:off x="862100" y="5462511"/>
            <a:ext cx="5657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사용 시간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26" name="object 77">
            <a:extLst>
              <a:ext uri="{FF2B5EF4-FFF2-40B4-BE49-F238E27FC236}">
                <a16:creationId xmlns:a16="http://schemas.microsoft.com/office/drawing/2014/main" id="{6B6F6D0C-7165-9B4C-81C8-3C0D59B2AABF}"/>
              </a:ext>
            </a:extLst>
          </p:cNvPr>
          <p:cNvSpPr txBox="1"/>
          <p:nvPr/>
        </p:nvSpPr>
        <p:spPr>
          <a:xfrm>
            <a:off x="862100" y="5807649"/>
            <a:ext cx="5657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충전 시간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27" name="object 77">
            <a:extLst>
              <a:ext uri="{FF2B5EF4-FFF2-40B4-BE49-F238E27FC236}">
                <a16:creationId xmlns:a16="http://schemas.microsoft.com/office/drawing/2014/main" id="{744A600F-C48E-D684-2C19-DC062C48E909}"/>
              </a:ext>
            </a:extLst>
          </p:cNvPr>
          <p:cNvSpPr txBox="1"/>
          <p:nvPr/>
        </p:nvSpPr>
        <p:spPr>
          <a:xfrm>
            <a:off x="562785" y="6163777"/>
            <a:ext cx="116441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dirty="0">
                <a:latin typeface="나눔바른고딕OTF"/>
                <a:cs typeface="나눔바른고딕OTF"/>
              </a:rPr>
              <a:t>충전 </a:t>
            </a:r>
            <a:r>
              <a:rPr lang="en-US" altLang="ko-KR" sz="1200" dirty="0">
                <a:latin typeface="나눔바른고딕OTF"/>
                <a:cs typeface="나눔바른고딕OTF"/>
              </a:rPr>
              <a:t>cable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28" name="object 77">
            <a:extLst>
              <a:ext uri="{FF2B5EF4-FFF2-40B4-BE49-F238E27FC236}">
                <a16:creationId xmlns:a16="http://schemas.microsoft.com/office/drawing/2014/main" id="{900A8381-0F44-DA32-5D45-0B69CB40EB6A}"/>
              </a:ext>
            </a:extLst>
          </p:cNvPr>
          <p:cNvSpPr txBox="1"/>
          <p:nvPr/>
        </p:nvSpPr>
        <p:spPr>
          <a:xfrm>
            <a:off x="862100" y="6510954"/>
            <a:ext cx="5657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dirty="0">
                <a:latin typeface="나눔바른고딕OTF"/>
                <a:cs typeface="나눔바른고딕OTF"/>
              </a:rPr>
              <a:t>재질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29" name="object 77">
            <a:extLst>
              <a:ext uri="{FF2B5EF4-FFF2-40B4-BE49-F238E27FC236}">
                <a16:creationId xmlns:a16="http://schemas.microsoft.com/office/drawing/2014/main" id="{5D0F061D-9E64-3EFD-084E-8BD3D15CEF74}"/>
              </a:ext>
            </a:extLst>
          </p:cNvPr>
          <p:cNvSpPr txBox="1"/>
          <p:nvPr/>
        </p:nvSpPr>
        <p:spPr>
          <a:xfrm>
            <a:off x="862100" y="6867082"/>
            <a:ext cx="5657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dirty="0">
                <a:latin typeface="나눔바른고딕OTF"/>
                <a:cs typeface="나눔바른고딕OTF"/>
              </a:rPr>
              <a:t>무게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30" name="object 77">
            <a:extLst>
              <a:ext uri="{FF2B5EF4-FFF2-40B4-BE49-F238E27FC236}">
                <a16:creationId xmlns:a16="http://schemas.microsoft.com/office/drawing/2014/main" id="{6C41B52B-20A0-5870-813B-84B512BADDC0}"/>
              </a:ext>
            </a:extLst>
          </p:cNvPr>
          <p:cNvSpPr txBox="1"/>
          <p:nvPr/>
        </p:nvSpPr>
        <p:spPr>
          <a:xfrm>
            <a:off x="862100" y="7223210"/>
            <a:ext cx="5657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액세서리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31" name="object 77">
            <a:extLst>
              <a:ext uri="{FF2B5EF4-FFF2-40B4-BE49-F238E27FC236}">
                <a16:creationId xmlns:a16="http://schemas.microsoft.com/office/drawing/2014/main" id="{97732D0A-CF64-1E0B-80FB-06E3D116A37F}"/>
              </a:ext>
            </a:extLst>
          </p:cNvPr>
          <p:cNvSpPr txBox="1"/>
          <p:nvPr/>
        </p:nvSpPr>
        <p:spPr>
          <a:xfrm>
            <a:off x="562785" y="7579338"/>
            <a:ext cx="116441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spc="-50">
                <a:solidFill>
                  <a:srgbClr val="231F20"/>
                </a:solidFill>
                <a:latin typeface="나눔바른고딕OTF"/>
                <a:cs typeface="나눔바른고딕OTF"/>
              </a:rPr>
              <a:t>앱 사용 환경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32" name="object 77">
            <a:extLst>
              <a:ext uri="{FF2B5EF4-FFF2-40B4-BE49-F238E27FC236}">
                <a16:creationId xmlns:a16="http://schemas.microsoft.com/office/drawing/2014/main" id="{0C16256D-49CC-7488-F572-1348B563BC81}"/>
              </a:ext>
            </a:extLst>
          </p:cNvPr>
          <p:cNvSpPr txBox="1"/>
          <p:nvPr/>
        </p:nvSpPr>
        <p:spPr>
          <a:xfrm>
            <a:off x="638984" y="7926026"/>
            <a:ext cx="101201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>
                <a:latin typeface="나눔바른고딕OTF"/>
                <a:cs typeface="나눔바른고딕OTF"/>
              </a:rPr>
              <a:t>개발제조국</a:t>
            </a:r>
            <a:endParaRPr sz="1200" dirty="0">
              <a:latin typeface="나눔바른고딕OTF"/>
              <a:cs typeface="나눔바른고딕OTF"/>
            </a:endParaRPr>
          </a:p>
        </p:txBody>
      </p:sp>
      <p:sp>
        <p:nvSpPr>
          <p:cNvPr id="133" name="object 77">
            <a:extLst>
              <a:ext uri="{FF2B5EF4-FFF2-40B4-BE49-F238E27FC236}">
                <a16:creationId xmlns:a16="http://schemas.microsoft.com/office/drawing/2014/main" id="{1D96F27B-0B90-BF6D-B998-285A11360DA5}"/>
              </a:ext>
            </a:extLst>
          </p:cNvPr>
          <p:cNvSpPr txBox="1"/>
          <p:nvPr/>
        </p:nvSpPr>
        <p:spPr>
          <a:xfrm>
            <a:off x="474980" y="8282154"/>
            <a:ext cx="134002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spc="-50">
                <a:solidFill>
                  <a:srgbClr val="231F20"/>
                </a:solidFill>
                <a:latin typeface="나눔바른고딕OTF"/>
                <a:cs typeface="나눔바른고딕OTF"/>
              </a:rPr>
              <a:t>제조판매사</a:t>
            </a:r>
            <a:endParaRPr sz="1200" dirty="0">
              <a:latin typeface="나눔바른고딕OTF"/>
              <a:cs typeface="나눔바른고딕OT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853326"/>
            <a:ext cx="171894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0" spc="-5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PART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2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2.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HOW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TO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USE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THE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PRODUCT</a:t>
            </a:r>
            <a:endParaRPr sz="700">
              <a:latin typeface="G마켓 산스 TTF Medium"/>
              <a:cs typeface="G마켓 산스 TTF Medium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2-1.</a:t>
            </a:r>
            <a:r>
              <a:rPr spc="-5" dirty="0"/>
              <a:t> </a:t>
            </a:r>
            <a:r>
              <a:rPr dirty="0"/>
              <a:t>어플설치 및</a:t>
            </a:r>
            <a:r>
              <a:rPr spc="-5" dirty="0"/>
              <a:t> </a:t>
            </a:r>
            <a:r>
              <a:rPr spc="-20" dirty="0"/>
              <a:t>회원가입</a:t>
            </a:r>
          </a:p>
        </p:txBody>
      </p:sp>
      <p:sp>
        <p:nvSpPr>
          <p:cNvPr id="4" name="object 4"/>
          <p:cNvSpPr/>
          <p:nvPr/>
        </p:nvSpPr>
        <p:spPr>
          <a:xfrm>
            <a:off x="648000" y="1432805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5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8000" y="4592704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4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08001" y="1432805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5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62100" y="1455045"/>
            <a:ext cx="822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solidFill>
                  <a:srgbClr val="231F20"/>
                </a:solidFill>
                <a:latin typeface="나눔바른고딕OTF"/>
                <a:cs typeface="나눔바른고딕OTF"/>
              </a:rPr>
              <a:t>최소사양</a:t>
            </a:r>
            <a:r>
              <a:rPr sz="1200" b="1" spc="-8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5" dirty="0">
                <a:solidFill>
                  <a:srgbClr val="231F20"/>
                </a:solidFill>
                <a:latin typeface="나눔바른고딕OTF"/>
                <a:cs typeface="나눔바른고딕OTF"/>
              </a:rPr>
              <a:t>안내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2100" y="4614945"/>
            <a:ext cx="4368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231F20"/>
                </a:solidFill>
                <a:latin typeface="나눔바른고딕OTF"/>
                <a:cs typeface="나눔바른고딕OTF"/>
              </a:rPr>
              <a:t>앱</a:t>
            </a:r>
            <a:r>
              <a:rPr sz="1200" b="1" spc="-114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45" dirty="0">
                <a:solidFill>
                  <a:srgbClr val="231F20"/>
                </a:solidFill>
                <a:latin typeface="나눔바른고딕OTF"/>
                <a:cs typeface="나눔바른고딕OTF"/>
              </a:rPr>
              <a:t>설치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22099" y="1455045"/>
            <a:ext cx="1105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solidFill>
                  <a:srgbClr val="231F20"/>
                </a:solidFill>
                <a:latin typeface="나눔바른고딕OTF"/>
                <a:cs typeface="나눔바른고딕OTF"/>
              </a:rPr>
              <a:t>회원가입</a:t>
            </a:r>
            <a:r>
              <a:rPr sz="1200" b="1" spc="-9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화면</a:t>
            </a:r>
            <a:r>
              <a:rPr sz="1200" b="1" spc="-9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5" dirty="0">
                <a:solidFill>
                  <a:srgbClr val="231F20"/>
                </a:solidFill>
                <a:latin typeface="나눔바른고딕OTF"/>
                <a:cs typeface="나눔바른고딕OTF"/>
              </a:rPr>
              <a:t>설명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6299" y="1825531"/>
            <a:ext cx="3674110" cy="182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 indent="-203835">
              <a:lnSpc>
                <a:spcPct val="100000"/>
              </a:lnSpc>
              <a:spcBef>
                <a:spcPts val="100"/>
              </a:spcBef>
              <a:buClr>
                <a:srgbClr val="447AB2"/>
              </a:buClr>
              <a:buFont typeface=""/>
              <a:buAutoNum type="arabicPeriod"/>
              <a:tabLst>
                <a:tab pos="216535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회원</a:t>
            </a:r>
            <a:r>
              <a:rPr sz="1000" spc="-7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구분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개인을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선택해주세요.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핸드폰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번호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입력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인증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버튼을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클릭합니다.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인증번호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입력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확인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버튼을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클릭합니다.</a:t>
            </a:r>
            <a:endParaRPr sz="1000">
              <a:latin typeface="나눔명조OTF"/>
              <a:cs typeface="나눔명조OTF"/>
            </a:endParaRPr>
          </a:p>
          <a:p>
            <a:pPr marL="226060" marR="72390" indent="-213360">
              <a:lnSpc>
                <a:spcPct val="210400"/>
              </a:lnSpc>
              <a:spcBef>
                <a:spcPts val="75"/>
              </a:spcBef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비밀번호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입력은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특수문자,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영문,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숫자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조합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6자리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이상으로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입력 바랍니다.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사용가능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특수문자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예)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!@#$%^&amp;*?_~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닉네임은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플레이어로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표기되므로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성명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대신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사용하시기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바랍니다.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976299" y="3806731"/>
            <a:ext cx="33553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47AB2"/>
                </a:solidFill>
                <a:latin typeface="나눔바른고딕OTF"/>
                <a:cs typeface="나눔바른고딕OTF"/>
              </a:rPr>
              <a:t>06.</a:t>
            </a:r>
            <a:r>
              <a:rPr sz="1000" b="1" spc="15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이메일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입력은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부가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정보를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수신할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경우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필요한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정보입니다.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76299" y="4136931"/>
            <a:ext cx="33909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47AB2"/>
                </a:solidFill>
                <a:latin typeface="나눔바른고딕OTF"/>
                <a:cs typeface="나눔바른고딕OTF"/>
              </a:rPr>
              <a:t>07.</a:t>
            </a:r>
            <a:r>
              <a:rPr sz="1000" b="1" spc="15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이력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분석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및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맞춤형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서비스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제공에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필요한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정보입니다.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76299" y="4467130"/>
            <a:ext cx="32016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47AB2"/>
                </a:solidFill>
                <a:latin typeface="나눔바른고딕OTF"/>
                <a:cs typeface="나눔바른고딕OTF"/>
              </a:rPr>
              <a:t>08.</a:t>
            </a:r>
            <a:r>
              <a:rPr sz="1000" b="1" spc="1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전화번호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공개를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원하실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경우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체크하여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주시기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바랍니다.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76299" y="4797330"/>
            <a:ext cx="3630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47AB2"/>
                </a:solidFill>
                <a:latin typeface="나눔바른고딕OTF"/>
                <a:cs typeface="나눔바른고딕OTF"/>
              </a:rPr>
              <a:t>09.</a:t>
            </a:r>
            <a:r>
              <a:rPr sz="1000" b="1" spc="1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수신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동의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할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경우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소식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등을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등록하신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이메일로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발송하여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189660" y="5118005"/>
            <a:ext cx="5302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드립니다.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976299" y="5600605"/>
            <a:ext cx="3695700" cy="68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" marR="5080" indent="-106680">
              <a:lnSpc>
                <a:spcPct val="108300"/>
              </a:lnSpc>
              <a:spcBef>
                <a:spcPts val="100"/>
              </a:spcBef>
            </a:pPr>
            <a:r>
              <a:rPr sz="1000" spc="-20" dirty="0">
                <a:solidFill>
                  <a:srgbClr val="4676A8"/>
                </a:solidFill>
                <a:latin typeface="나눔명조OTF"/>
                <a:cs typeface="나눔명조OTF"/>
              </a:rPr>
              <a:t>*등록하신</a:t>
            </a:r>
            <a:r>
              <a:rPr sz="1000" spc="-45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676A8"/>
                </a:solidFill>
                <a:latin typeface="나눔명조OTF"/>
                <a:cs typeface="나눔명조OTF"/>
              </a:rPr>
              <a:t>닉네임은</a:t>
            </a:r>
            <a:r>
              <a:rPr sz="1000" spc="-4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676A8"/>
                </a:solidFill>
                <a:latin typeface="나눔명조OTF"/>
                <a:cs typeface="나눔명조OTF"/>
              </a:rPr>
              <a:t>프로그램을</a:t>
            </a:r>
            <a:r>
              <a:rPr sz="1000" spc="-4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676A8"/>
                </a:solidFill>
                <a:latin typeface="나눔명조OTF"/>
                <a:cs typeface="나눔명조OTF"/>
              </a:rPr>
              <a:t>실행할</a:t>
            </a:r>
            <a:r>
              <a:rPr sz="1000" spc="-4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676A8"/>
                </a:solidFill>
                <a:latin typeface="나눔명조OTF"/>
                <a:cs typeface="나눔명조OTF"/>
              </a:rPr>
              <a:t>때</a:t>
            </a:r>
            <a:r>
              <a:rPr sz="1000" spc="-45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676A8"/>
                </a:solidFill>
                <a:latin typeface="나눔명조OTF"/>
                <a:cs typeface="나눔명조OTF"/>
              </a:rPr>
              <a:t>기본</a:t>
            </a:r>
            <a:r>
              <a:rPr sz="1000" spc="-4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676A8"/>
                </a:solidFill>
                <a:latin typeface="나눔명조OTF"/>
                <a:cs typeface="나눔명조OTF"/>
              </a:rPr>
              <a:t>플레이어로</a:t>
            </a:r>
            <a:r>
              <a:rPr sz="1000" spc="-4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676A8"/>
                </a:solidFill>
                <a:latin typeface="나눔명조OTF"/>
                <a:cs typeface="나눔명조OTF"/>
              </a:rPr>
              <a:t>자동</a:t>
            </a:r>
            <a:r>
              <a:rPr sz="1000" spc="-4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45" dirty="0">
                <a:solidFill>
                  <a:srgbClr val="4676A8"/>
                </a:solidFill>
                <a:latin typeface="나눔명조OTF"/>
                <a:cs typeface="나눔명조OTF"/>
              </a:rPr>
              <a:t>설정 </a:t>
            </a:r>
            <a:r>
              <a:rPr sz="1000" dirty="0">
                <a:solidFill>
                  <a:srgbClr val="4676A8"/>
                </a:solidFill>
                <a:latin typeface="나눔명조OTF"/>
                <a:cs typeface="나눔명조OTF"/>
              </a:rPr>
              <a:t>이</a:t>
            </a:r>
            <a:r>
              <a:rPr sz="1000" spc="-5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676A8"/>
                </a:solidFill>
                <a:latin typeface="나눔명조OTF"/>
                <a:cs typeface="나눔명조OTF"/>
              </a:rPr>
              <a:t>됩니다.</a:t>
            </a:r>
            <a:r>
              <a:rPr sz="1000" spc="-45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676A8"/>
                </a:solidFill>
                <a:latin typeface="나눔명조OTF"/>
                <a:cs typeface="나눔명조OTF"/>
              </a:rPr>
              <a:t>(실명을</a:t>
            </a:r>
            <a:r>
              <a:rPr sz="1000" spc="-5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676A8"/>
                </a:solidFill>
                <a:latin typeface="나눔명조OTF"/>
                <a:cs typeface="나눔명조OTF"/>
              </a:rPr>
              <a:t>사용을</a:t>
            </a:r>
            <a:r>
              <a:rPr sz="1000" spc="-45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676A8"/>
                </a:solidFill>
                <a:latin typeface="나눔명조OTF"/>
                <a:cs typeface="나눔명조OTF"/>
              </a:rPr>
              <a:t>배제하도록</a:t>
            </a:r>
            <a:r>
              <a:rPr sz="1000" spc="-45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676A8"/>
                </a:solidFill>
                <a:latin typeface="나눔명조OTF"/>
                <a:cs typeface="나눔명조OTF"/>
              </a:rPr>
              <a:t>만든</a:t>
            </a:r>
            <a:r>
              <a:rPr sz="1000" spc="-5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676A8"/>
                </a:solidFill>
                <a:latin typeface="나눔명조OTF"/>
                <a:cs typeface="나눔명조OTF"/>
              </a:rPr>
              <a:t>것입니다.)</a:t>
            </a:r>
            <a:endParaRPr sz="1000">
              <a:latin typeface="나눔명조OTF"/>
              <a:cs typeface="나눔명조OTF"/>
            </a:endParaRPr>
          </a:p>
          <a:p>
            <a:pPr marL="119380" marR="12065">
              <a:lnSpc>
                <a:spcPct val="108300"/>
              </a:lnSpc>
            </a:pPr>
            <a:r>
              <a:rPr sz="1000" dirty="0">
                <a:solidFill>
                  <a:srgbClr val="4676A8"/>
                </a:solidFill>
                <a:latin typeface="나눔명조OTF"/>
                <a:cs typeface="나눔명조OTF"/>
              </a:rPr>
              <a:t>이후</a:t>
            </a:r>
            <a:r>
              <a:rPr sz="1000" spc="-6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676A8"/>
                </a:solidFill>
                <a:latin typeface="나눔명조OTF"/>
                <a:cs typeface="나눔명조OTF"/>
              </a:rPr>
              <a:t>로그인할</a:t>
            </a:r>
            <a:r>
              <a:rPr sz="1000" spc="-45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676A8"/>
                </a:solidFill>
                <a:latin typeface="나눔명조OTF"/>
                <a:cs typeface="나눔명조OTF"/>
              </a:rPr>
              <a:t>때는</a:t>
            </a:r>
            <a:r>
              <a:rPr sz="1000" spc="-5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676A8"/>
                </a:solidFill>
                <a:latin typeface="나눔명조OTF"/>
                <a:cs typeface="나눔명조OTF"/>
              </a:rPr>
              <a:t>등록하신</a:t>
            </a:r>
            <a:r>
              <a:rPr sz="1000" spc="-45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676A8"/>
                </a:solidFill>
                <a:latin typeface="나눔명조OTF"/>
                <a:cs typeface="나눔명조OTF"/>
              </a:rPr>
              <a:t>핸드폰</a:t>
            </a:r>
            <a:r>
              <a:rPr sz="1000" spc="-5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676A8"/>
                </a:solidFill>
                <a:latin typeface="나눔명조OTF"/>
                <a:cs typeface="나눔명조OTF"/>
              </a:rPr>
              <a:t>전화번호와</a:t>
            </a:r>
            <a:r>
              <a:rPr sz="1000" spc="-45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676A8"/>
                </a:solidFill>
                <a:latin typeface="나눔명조OTF"/>
                <a:cs typeface="나눔명조OTF"/>
              </a:rPr>
              <a:t>비밀번호를</a:t>
            </a:r>
            <a:r>
              <a:rPr sz="1000" spc="-45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40" dirty="0">
                <a:solidFill>
                  <a:srgbClr val="4676A8"/>
                </a:solidFill>
                <a:latin typeface="나눔명조OTF"/>
                <a:cs typeface="나눔명조OTF"/>
              </a:rPr>
              <a:t>사용하 </a:t>
            </a:r>
            <a:r>
              <a:rPr sz="1000" dirty="0">
                <a:solidFill>
                  <a:srgbClr val="4676A8"/>
                </a:solidFill>
                <a:latin typeface="나눔명조OTF"/>
                <a:cs typeface="나눔명조OTF"/>
              </a:rPr>
              <a:t>게</a:t>
            </a:r>
            <a:r>
              <a:rPr sz="1000" spc="-4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676A8"/>
                </a:solidFill>
                <a:latin typeface="나눔명조OTF"/>
                <a:cs typeface="나눔명조OTF"/>
              </a:rPr>
              <a:t>되어있습니다.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6300" y="8092104"/>
            <a:ext cx="1306830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 marR="5080" indent="-181610">
              <a:lnSpc>
                <a:spcPct val="1083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01.</a:t>
            </a:r>
            <a:r>
              <a:rPr sz="1000" b="1" spc="-3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플레이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스토어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혹은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앱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스토어에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접속합니다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82299" y="8092104"/>
            <a:ext cx="1388745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 marR="5080" indent="-207645">
              <a:lnSpc>
                <a:spcPct val="1083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02.</a:t>
            </a:r>
            <a:r>
              <a:rPr sz="10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검색창에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모션탭을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입력</a:t>
            </a:r>
            <a:r>
              <a:rPr sz="10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합니다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30299" y="8104804"/>
            <a:ext cx="13887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03.</a:t>
            </a:r>
            <a:r>
              <a:rPr sz="1000" b="1" spc="-35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모션탭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앱을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설치합니다</a:t>
            </a:r>
            <a:endParaRPr sz="1000">
              <a:latin typeface="나눔바른고딕OTF Light"/>
              <a:cs typeface="나눔바른고딕OTF Ligh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106" y="1528203"/>
            <a:ext cx="73799" cy="737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8106" y="4688104"/>
            <a:ext cx="73799" cy="737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88106" y="1528203"/>
            <a:ext cx="73799" cy="737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07997" y="1841411"/>
            <a:ext cx="2633560" cy="766624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98200" y="1820253"/>
            <a:ext cx="1335608" cy="162900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41309" y="1829257"/>
            <a:ext cx="1385989" cy="1628990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1586699" y="3562655"/>
            <a:ext cx="2095500" cy="243204"/>
          </a:xfrm>
          <a:custGeom>
            <a:avLst/>
            <a:gdLst/>
            <a:ahLst/>
            <a:cxnLst/>
            <a:rect l="l" t="t" r="r" b="b"/>
            <a:pathLst>
              <a:path w="2095500" h="243204">
                <a:moveTo>
                  <a:pt x="1973707" y="0"/>
                </a:moveTo>
                <a:lnTo>
                  <a:pt x="121500" y="0"/>
                </a:lnTo>
                <a:lnTo>
                  <a:pt x="74205" y="9547"/>
                </a:lnTo>
                <a:lnTo>
                  <a:pt x="35585" y="35585"/>
                </a:lnTo>
                <a:lnTo>
                  <a:pt x="9547" y="74205"/>
                </a:lnTo>
                <a:lnTo>
                  <a:pt x="0" y="121500"/>
                </a:lnTo>
                <a:lnTo>
                  <a:pt x="9547" y="168796"/>
                </a:lnTo>
                <a:lnTo>
                  <a:pt x="35585" y="207416"/>
                </a:lnTo>
                <a:lnTo>
                  <a:pt x="74205" y="233454"/>
                </a:lnTo>
                <a:lnTo>
                  <a:pt x="121500" y="243001"/>
                </a:lnTo>
                <a:lnTo>
                  <a:pt x="1973707" y="243001"/>
                </a:lnTo>
                <a:lnTo>
                  <a:pt x="2020994" y="233454"/>
                </a:lnTo>
                <a:lnTo>
                  <a:pt x="2059611" y="207416"/>
                </a:lnTo>
                <a:lnTo>
                  <a:pt x="2085647" y="168796"/>
                </a:lnTo>
                <a:lnTo>
                  <a:pt x="2095195" y="121500"/>
                </a:lnTo>
                <a:lnTo>
                  <a:pt x="2085647" y="74205"/>
                </a:lnTo>
                <a:lnTo>
                  <a:pt x="2059611" y="35585"/>
                </a:lnTo>
                <a:lnTo>
                  <a:pt x="2020994" y="9547"/>
                </a:lnTo>
                <a:lnTo>
                  <a:pt x="1973707" y="0"/>
                </a:lnTo>
                <a:close/>
              </a:path>
            </a:pathLst>
          </a:custGeom>
          <a:solidFill>
            <a:srgbClr val="C4D3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18399" y="3562655"/>
            <a:ext cx="2095500" cy="243204"/>
          </a:xfrm>
          <a:custGeom>
            <a:avLst/>
            <a:gdLst/>
            <a:ahLst/>
            <a:cxnLst/>
            <a:rect l="l" t="t" r="r" b="b"/>
            <a:pathLst>
              <a:path w="2095500" h="243204">
                <a:moveTo>
                  <a:pt x="1973707" y="0"/>
                </a:moveTo>
                <a:lnTo>
                  <a:pt x="121500" y="0"/>
                </a:lnTo>
                <a:lnTo>
                  <a:pt x="74205" y="9547"/>
                </a:lnTo>
                <a:lnTo>
                  <a:pt x="35585" y="35585"/>
                </a:lnTo>
                <a:lnTo>
                  <a:pt x="9547" y="74205"/>
                </a:lnTo>
                <a:lnTo>
                  <a:pt x="0" y="121500"/>
                </a:lnTo>
                <a:lnTo>
                  <a:pt x="9547" y="168796"/>
                </a:lnTo>
                <a:lnTo>
                  <a:pt x="35585" y="207416"/>
                </a:lnTo>
                <a:lnTo>
                  <a:pt x="74205" y="233454"/>
                </a:lnTo>
                <a:lnTo>
                  <a:pt x="121500" y="243001"/>
                </a:lnTo>
                <a:lnTo>
                  <a:pt x="1973707" y="243001"/>
                </a:lnTo>
                <a:lnTo>
                  <a:pt x="2020994" y="233454"/>
                </a:lnTo>
                <a:lnTo>
                  <a:pt x="2059611" y="207416"/>
                </a:lnTo>
                <a:lnTo>
                  <a:pt x="2085647" y="168796"/>
                </a:lnTo>
                <a:lnTo>
                  <a:pt x="2095195" y="121500"/>
                </a:lnTo>
                <a:lnTo>
                  <a:pt x="2085647" y="74205"/>
                </a:lnTo>
                <a:lnTo>
                  <a:pt x="2059611" y="35585"/>
                </a:lnTo>
                <a:lnTo>
                  <a:pt x="2020994" y="9547"/>
                </a:lnTo>
                <a:lnTo>
                  <a:pt x="1973707" y="0"/>
                </a:lnTo>
                <a:close/>
              </a:path>
            </a:pathLst>
          </a:custGeom>
          <a:solidFill>
            <a:srgbClr val="9294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26300" y="3604224"/>
            <a:ext cx="6459855" cy="772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1590" algn="ctr">
              <a:lnSpc>
                <a:spcPct val="100000"/>
              </a:lnSpc>
              <a:spcBef>
                <a:spcPts val="100"/>
              </a:spcBef>
              <a:tabLst>
                <a:tab pos="2646680" algn="l"/>
              </a:tabLst>
            </a:pPr>
            <a:r>
              <a:rPr sz="800" b="1" spc="-20" dirty="0">
                <a:solidFill>
                  <a:srgbClr val="231F20"/>
                </a:solidFill>
                <a:latin typeface="나눔바른고딕OTF"/>
                <a:cs typeface="나눔바른고딕OTF"/>
              </a:rPr>
              <a:t>최소사양 </a:t>
            </a:r>
            <a:r>
              <a:rPr sz="800" b="1" dirty="0">
                <a:solidFill>
                  <a:srgbClr val="231F20"/>
                </a:solidFill>
                <a:latin typeface="나눔바른고딕OTF"/>
                <a:cs typeface="나눔바른고딕OTF"/>
              </a:rPr>
              <a:t>:</a:t>
            </a:r>
            <a:r>
              <a:rPr sz="800" b="1" spc="-20" dirty="0">
                <a:solidFill>
                  <a:srgbClr val="231F20"/>
                </a:solidFill>
                <a:latin typeface="나눔바른고딕OTF"/>
                <a:cs typeface="나눔바른고딕OTF"/>
              </a:rPr>
              <a:t> 안드로이드 7.0 </a:t>
            </a:r>
            <a:r>
              <a:rPr sz="800" b="1" spc="-25" dirty="0">
                <a:solidFill>
                  <a:srgbClr val="231F20"/>
                </a:solidFill>
                <a:latin typeface="나눔바른고딕OTF"/>
                <a:cs typeface="나눔바른고딕OTF"/>
              </a:rPr>
              <a:t>이상</a:t>
            </a:r>
            <a:r>
              <a:rPr sz="800" b="1" dirty="0">
                <a:solidFill>
                  <a:srgbClr val="231F20"/>
                </a:solidFill>
                <a:latin typeface="나눔바른고딕OTF"/>
                <a:cs typeface="나눔바른고딕OTF"/>
              </a:rPr>
              <a:t>	</a:t>
            </a:r>
            <a:r>
              <a:rPr sz="800" b="1" spc="-20" dirty="0">
                <a:solidFill>
                  <a:srgbClr val="231F20"/>
                </a:solidFill>
                <a:latin typeface="나눔바른고딕OTF"/>
                <a:cs typeface="나눔바른고딕OTF"/>
              </a:rPr>
              <a:t>최소사양</a:t>
            </a:r>
            <a:r>
              <a:rPr sz="800" b="1" spc="-2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800" b="1" dirty="0">
                <a:solidFill>
                  <a:srgbClr val="231F20"/>
                </a:solidFill>
                <a:latin typeface="나눔바른고딕OTF"/>
                <a:cs typeface="나눔바른고딕OTF"/>
              </a:rPr>
              <a:t>:</a:t>
            </a:r>
            <a:r>
              <a:rPr sz="800" b="1" spc="-2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800" b="1" spc="-20" dirty="0">
                <a:solidFill>
                  <a:srgbClr val="231F20"/>
                </a:solidFill>
                <a:latin typeface="나눔바른고딕OTF"/>
                <a:cs typeface="나눔바른고딕OTF"/>
              </a:rPr>
              <a:t>IOS 15.0</a:t>
            </a:r>
            <a:r>
              <a:rPr sz="800" b="1" spc="-25" dirty="0">
                <a:solidFill>
                  <a:srgbClr val="231F20"/>
                </a:solidFill>
                <a:latin typeface="나눔바른고딕OTF"/>
                <a:cs typeface="나눔바른고딕OTF"/>
              </a:rPr>
              <a:t> 이상</a:t>
            </a:r>
            <a:endParaRPr sz="800">
              <a:latin typeface="나눔바른고딕OTF"/>
              <a:cs typeface="나눔바른고딕OTF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800">
              <a:latin typeface="나눔바른고딕OTF"/>
              <a:cs typeface="나눔바른고딕OTF"/>
            </a:endParaRPr>
          </a:p>
          <a:p>
            <a:pPr marL="12700" marR="5080">
              <a:lnSpc>
                <a:spcPct val="150000"/>
              </a:lnSpc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단독으로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사용이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불가하기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때문에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필히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앱을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설치해야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사용할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안드로이드의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경우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7.0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이상,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IOS의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경우 15.0이상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이면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스토어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검색창에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모션탭이라고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검색하여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다운받으시면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됩니다.</a:t>
            </a:r>
            <a:endParaRPr sz="1000">
              <a:latin typeface="나눔명조OTF"/>
              <a:cs typeface="나눔명조OTF"/>
            </a:endParaRPr>
          </a:p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8878" y="5051247"/>
            <a:ext cx="1306245" cy="144405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4067" y="6683874"/>
            <a:ext cx="944534" cy="1274455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3101111" y="5006860"/>
            <a:ext cx="1614170" cy="3091180"/>
            <a:chOff x="3101111" y="5006860"/>
            <a:chExt cx="1614170" cy="3091180"/>
          </a:xfrm>
        </p:grpSpPr>
        <p:sp>
          <p:nvSpPr>
            <p:cNvPr id="32" name="object 32"/>
            <p:cNvSpPr/>
            <p:nvPr/>
          </p:nvSpPr>
          <p:spPr>
            <a:xfrm>
              <a:off x="3101111" y="5006860"/>
              <a:ext cx="1614170" cy="3091180"/>
            </a:xfrm>
            <a:custGeom>
              <a:avLst/>
              <a:gdLst/>
              <a:ahLst/>
              <a:cxnLst/>
              <a:rect l="l" t="t" r="r" b="b"/>
              <a:pathLst>
                <a:path w="1614170" h="3091179">
                  <a:moveTo>
                    <a:pt x="1613916" y="0"/>
                  </a:moveTo>
                  <a:lnTo>
                    <a:pt x="0" y="0"/>
                  </a:lnTo>
                  <a:lnTo>
                    <a:pt x="0" y="3090672"/>
                  </a:lnTo>
                  <a:lnTo>
                    <a:pt x="1613916" y="3090672"/>
                  </a:lnTo>
                  <a:lnTo>
                    <a:pt x="1613916" y="0"/>
                  </a:lnTo>
                  <a:close/>
                </a:path>
              </a:pathLst>
            </a:custGeom>
            <a:solidFill>
              <a:srgbClr val="231F20">
                <a:alpha val="22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45500" y="5051247"/>
              <a:ext cx="1475999" cy="295333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71442" y="5644354"/>
              <a:ext cx="238404" cy="18324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03192" y="5717793"/>
              <a:ext cx="496163" cy="109804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5598604" y="5006860"/>
            <a:ext cx="1614170" cy="3095625"/>
            <a:chOff x="5598604" y="5006860"/>
            <a:chExt cx="1614170" cy="3095625"/>
          </a:xfrm>
        </p:grpSpPr>
        <p:sp>
          <p:nvSpPr>
            <p:cNvPr id="37" name="object 37"/>
            <p:cNvSpPr/>
            <p:nvPr/>
          </p:nvSpPr>
          <p:spPr>
            <a:xfrm>
              <a:off x="5598604" y="5006860"/>
              <a:ext cx="1614170" cy="1568450"/>
            </a:xfrm>
            <a:custGeom>
              <a:avLst/>
              <a:gdLst/>
              <a:ahLst/>
              <a:cxnLst/>
              <a:rect l="l" t="t" r="r" b="b"/>
              <a:pathLst>
                <a:path w="1614170" h="1568450">
                  <a:moveTo>
                    <a:pt x="1613915" y="0"/>
                  </a:moveTo>
                  <a:lnTo>
                    <a:pt x="0" y="0"/>
                  </a:lnTo>
                  <a:lnTo>
                    <a:pt x="0" y="1568196"/>
                  </a:lnTo>
                  <a:lnTo>
                    <a:pt x="1613915" y="1568196"/>
                  </a:lnTo>
                  <a:lnTo>
                    <a:pt x="1613915" y="0"/>
                  </a:lnTo>
                  <a:close/>
                </a:path>
              </a:pathLst>
            </a:custGeom>
            <a:solidFill>
              <a:srgbClr val="231F20">
                <a:alpha val="22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43003" y="5051247"/>
              <a:ext cx="1475996" cy="142651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598604" y="6533692"/>
              <a:ext cx="1614170" cy="1568450"/>
            </a:xfrm>
            <a:custGeom>
              <a:avLst/>
              <a:gdLst/>
              <a:ahLst/>
              <a:cxnLst/>
              <a:rect l="l" t="t" r="r" b="b"/>
              <a:pathLst>
                <a:path w="1614170" h="1568450">
                  <a:moveTo>
                    <a:pt x="1613915" y="0"/>
                  </a:moveTo>
                  <a:lnTo>
                    <a:pt x="0" y="0"/>
                  </a:lnTo>
                  <a:lnTo>
                    <a:pt x="0" y="1568195"/>
                  </a:lnTo>
                  <a:lnTo>
                    <a:pt x="1613915" y="1568195"/>
                  </a:lnTo>
                  <a:lnTo>
                    <a:pt x="1613915" y="0"/>
                  </a:lnTo>
                  <a:close/>
                </a:path>
              </a:pathLst>
            </a:custGeom>
            <a:solidFill>
              <a:srgbClr val="231F20">
                <a:alpha val="22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43003" y="6578082"/>
              <a:ext cx="1476006" cy="1426498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3101111" y="5006860"/>
            <a:ext cx="1614170" cy="3091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800">
              <a:latin typeface="Times New Roman"/>
              <a:cs typeface="Times New Roman"/>
            </a:endParaRPr>
          </a:p>
          <a:p>
            <a:pPr marL="250190">
              <a:lnSpc>
                <a:spcPct val="100000"/>
              </a:lnSpc>
            </a:pPr>
            <a:r>
              <a:rPr sz="800" b="1" spc="-25" dirty="0">
                <a:solidFill>
                  <a:srgbClr val="231F20"/>
                </a:solidFill>
                <a:latin typeface="나눔바른고딕OTF"/>
                <a:cs typeface="나눔바른고딕OTF"/>
              </a:rPr>
              <a:t>모션탭</a:t>
            </a:r>
            <a:endParaRPr sz="800">
              <a:latin typeface="나눔바른고딕OTF"/>
              <a:cs typeface="나눔바른고딕OTF"/>
            </a:endParaRPr>
          </a:p>
        </p:txBody>
      </p:sp>
      <p:pic>
        <p:nvPicPr>
          <p:cNvPr id="42" name="object 4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324833" y="6185277"/>
            <a:ext cx="570065" cy="576832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856527" y="6185277"/>
            <a:ext cx="570065" cy="576832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635299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06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482795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07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64699" y="10252781"/>
            <a:ext cx="134556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3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02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제품사용방법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24752" y="10252781"/>
            <a:ext cx="133985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5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제품사용방법</a:t>
            </a:r>
            <a:r>
              <a:rPr sz="1100" b="0" spc="-3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8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8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2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02</a:t>
            </a:r>
            <a:endParaRPr sz="1100">
              <a:latin typeface="나눔바른고딕OTF Light"/>
              <a:cs typeface="나눔바른고딕OTF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8000" y="1432805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5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8000" y="6202804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4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208001" y="1432805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5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2100" y="1455045"/>
            <a:ext cx="565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충전</a:t>
            </a:r>
            <a:r>
              <a:rPr sz="1200" b="1" spc="-10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40" dirty="0">
                <a:solidFill>
                  <a:srgbClr val="231F20"/>
                </a:solidFill>
                <a:latin typeface="나눔바른고딕OTF"/>
                <a:cs typeface="나눔바른고딕OTF"/>
              </a:rPr>
              <a:t>방법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2100" y="6225045"/>
            <a:ext cx="6249035" cy="1119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영상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60" dirty="0">
                <a:solidFill>
                  <a:srgbClr val="231F20"/>
                </a:solidFill>
                <a:latin typeface="나눔바른고딕OTF"/>
                <a:cs typeface="나눔바른고딕OTF"/>
              </a:rPr>
              <a:t>사용자</a:t>
            </a:r>
            <a:r>
              <a:rPr sz="1200" b="1" spc="-9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5" dirty="0">
                <a:solidFill>
                  <a:srgbClr val="231F20"/>
                </a:solidFill>
                <a:latin typeface="나눔바른고딕OTF"/>
                <a:cs typeface="나눔바른고딕OTF"/>
              </a:rPr>
              <a:t>가이드</a:t>
            </a:r>
            <a:endParaRPr sz="1200">
              <a:latin typeface="나눔바른고딕OTF"/>
              <a:cs typeface="나눔바른고딕OTF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00">
              <a:latin typeface="나눔바른고딕OTF"/>
              <a:cs typeface="나눔바른고딕OTF"/>
            </a:endParaRPr>
          </a:p>
          <a:p>
            <a:pPr marL="2111375" indent="-245110">
              <a:lnSpc>
                <a:spcPct val="100000"/>
              </a:lnSpc>
              <a:buClr>
                <a:srgbClr val="447AB2"/>
              </a:buClr>
              <a:buAutoNum type="arabicPeriod"/>
              <a:tabLst>
                <a:tab pos="2111375" algn="l"/>
              </a:tabLst>
            </a:pP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사용자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가이드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dirty="0">
                <a:solidFill>
                  <a:srgbClr val="050000"/>
                </a:solidFill>
                <a:latin typeface="나눔바른고딕OTF"/>
                <a:cs typeface="나눔바른고딕OTF"/>
              </a:rPr>
              <a:t>: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어플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설치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dirty="0">
                <a:solidFill>
                  <a:srgbClr val="050000"/>
                </a:solidFill>
                <a:latin typeface="나눔바른고딕OTF"/>
                <a:cs typeface="나눔바른고딕OTF"/>
              </a:rPr>
              <a:t>및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회원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가입</a:t>
            </a:r>
            <a:endParaRPr sz="1200">
              <a:latin typeface="나눔바른고딕OTF"/>
              <a:cs typeface="나눔바른고딕OTF"/>
            </a:endParaRPr>
          </a:p>
          <a:p>
            <a:pPr marL="2111375" indent="-245110">
              <a:lnSpc>
                <a:spcPct val="100000"/>
              </a:lnSpc>
              <a:spcBef>
                <a:spcPts val="690"/>
              </a:spcBef>
              <a:buClr>
                <a:srgbClr val="447AB2"/>
              </a:buClr>
              <a:buAutoNum type="arabicPeriod"/>
              <a:tabLst>
                <a:tab pos="2111375" algn="l"/>
              </a:tabLst>
            </a:pP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사용자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가이드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dirty="0">
                <a:solidFill>
                  <a:srgbClr val="050000"/>
                </a:solidFill>
                <a:latin typeface="나눔바른고딕OTF"/>
                <a:cs typeface="나눔바른고딕OTF"/>
              </a:rPr>
              <a:t>: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5" dirty="0">
                <a:solidFill>
                  <a:srgbClr val="050000"/>
                </a:solidFill>
                <a:latin typeface="나눔바른고딕OTF"/>
                <a:cs typeface="나눔바른고딕OTF"/>
              </a:rPr>
              <a:t>프로그램을</a:t>
            </a:r>
            <a:r>
              <a:rPr sz="1200" b="1" spc="-4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선택해서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운동하기</a:t>
            </a:r>
            <a:endParaRPr sz="1200">
              <a:latin typeface="나눔바른고딕OTF"/>
              <a:cs typeface="나눔바른고딕OTF"/>
            </a:endParaRPr>
          </a:p>
          <a:p>
            <a:pPr marL="2111375" indent="-245110">
              <a:lnSpc>
                <a:spcPct val="100000"/>
              </a:lnSpc>
              <a:spcBef>
                <a:spcPts val="690"/>
              </a:spcBef>
              <a:buClr>
                <a:srgbClr val="447AB2"/>
              </a:buClr>
              <a:buAutoNum type="arabicPeriod"/>
              <a:tabLst>
                <a:tab pos="2111375" algn="l"/>
              </a:tabLst>
            </a:pP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사용자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가이드</a:t>
            </a:r>
            <a:r>
              <a:rPr sz="1200" b="1" spc="-4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dirty="0">
                <a:solidFill>
                  <a:srgbClr val="050000"/>
                </a:solidFill>
                <a:latin typeface="나눔바른고딕OTF"/>
                <a:cs typeface="나눔바른고딕OTF"/>
              </a:rPr>
              <a:t>:</a:t>
            </a:r>
            <a:r>
              <a:rPr sz="1200" b="1" spc="-4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운동기구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설치하기</a:t>
            </a:r>
            <a:r>
              <a:rPr sz="1200" b="1" spc="-4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5" dirty="0">
                <a:solidFill>
                  <a:srgbClr val="050000"/>
                </a:solidFill>
                <a:latin typeface="나눔바른고딕OTF"/>
                <a:cs typeface="나눔바른고딕OTF"/>
              </a:rPr>
              <a:t>(운동기구를</a:t>
            </a:r>
            <a:r>
              <a:rPr sz="1200" b="1" spc="-4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5" dirty="0">
                <a:solidFill>
                  <a:srgbClr val="050000"/>
                </a:solidFill>
                <a:latin typeface="나눔바른고딕OTF"/>
                <a:cs typeface="나눔바른고딕OTF"/>
              </a:rPr>
              <a:t>바닥,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벽,</a:t>
            </a:r>
            <a:r>
              <a:rPr sz="1200" b="1" spc="-4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기둥에</a:t>
            </a:r>
            <a:r>
              <a:rPr sz="1200" b="1" spc="-4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배치)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22099" y="1455045"/>
            <a:ext cx="848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화면</a:t>
            </a:r>
            <a:r>
              <a:rPr sz="1200" b="1" spc="-10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기본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40" dirty="0">
                <a:solidFill>
                  <a:srgbClr val="231F20"/>
                </a:solidFill>
                <a:latin typeface="나눔바른고딕OTF"/>
                <a:cs typeface="나눔바른고딕OTF"/>
              </a:rPr>
              <a:t>구성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6300" y="4308405"/>
            <a:ext cx="63925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운동기구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충전을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합니다.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충전용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크래들에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C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Type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USB를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연결하고,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다른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한쪽은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전원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어댑터에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연결하여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전원을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연결합니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다.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크래들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위에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운동기구를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최대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6개까지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스택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방식으로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쌓아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올립니다.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운동기구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마다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충전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상태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표시등이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들어옵니다. (완충: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파란색,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충전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중: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빨란색,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거의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완충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상태이면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파란색과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빨간색이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동시)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6300" y="5222805"/>
            <a:ext cx="646049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배터리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용량이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30" dirty="0">
                <a:solidFill>
                  <a:srgbClr val="050000"/>
                </a:solidFill>
                <a:latin typeface="나눔명조OTF"/>
                <a:cs typeface="나눔명조OTF"/>
              </a:rPr>
              <a:t>1200mAh입니다.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용량이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커서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충전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시간이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많이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걸립니다.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적당한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충전으로도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오랜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사용이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가능합니다.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배터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잔량이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적은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운동기구는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하단에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배치해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주세요.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하단의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부터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충전되기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때문에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마다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충전량이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틀릴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있습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니다.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976A8"/>
                </a:solidFill>
                <a:latin typeface="나눔명조OTF"/>
                <a:cs typeface="나눔명조OTF"/>
              </a:rPr>
              <a:t>(완충시</a:t>
            </a:r>
            <a:r>
              <a:rPr sz="1000" spc="-60" dirty="0">
                <a:solidFill>
                  <a:srgbClr val="4976A8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976A8"/>
                </a:solidFill>
                <a:latin typeface="나눔명조OTF"/>
                <a:cs typeface="나눔명조OTF"/>
              </a:rPr>
              <a:t>최대</a:t>
            </a:r>
            <a:r>
              <a:rPr sz="1000" spc="-55" dirty="0">
                <a:solidFill>
                  <a:srgbClr val="4976A8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976A8"/>
                </a:solidFill>
                <a:latin typeface="나눔명조OTF"/>
                <a:cs typeface="나눔명조OTF"/>
              </a:rPr>
              <a:t>10시간</a:t>
            </a:r>
            <a:r>
              <a:rPr sz="1000" spc="-55" dirty="0">
                <a:solidFill>
                  <a:srgbClr val="4976A8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976A8"/>
                </a:solidFill>
                <a:latin typeface="나눔명조OTF"/>
                <a:cs typeface="나눔명조OTF"/>
              </a:rPr>
              <a:t>이상</a:t>
            </a:r>
            <a:r>
              <a:rPr sz="1000" spc="-55" dirty="0">
                <a:solidFill>
                  <a:srgbClr val="4976A8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976A8"/>
                </a:solidFill>
                <a:latin typeface="나눔명조OTF"/>
                <a:cs typeface="나눔명조OTF"/>
              </a:rPr>
              <a:t>연속</a:t>
            </a:r>
            <a:r>
              <a:rPr sz="1000" spc="-55" dirty="0">
                <a:solidFill>
                  <a:srgbClr val="4976A8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976A8"/>
                </a:solidFill>
                <a:latin typeface="나눔명조OTF"/>
                <a:cs typeface="나눔명조OTF"/>
              </a:rPr>
              <a:t>사용가능)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16099" y="7411749"/>
            <a:ext cx="4383405" cy="1401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04.</a:t>
            </a:r>
            <a:r>
              <a:rPr sz="1200" b="1" spc="-45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사용자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가이드</a:t>
            </a:r>
            <a:r>
              <a:rPr sz="1200" b="1" spc="-4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dirty="0">
                <a:solidFill>
                  <a:srgbClr val="050000"/>
                </a:solidFill>
                <a:latin typeface="나눔바른고딕OTF"/>
                <a:cs typeface="나눔바른고딕OTF"/>
              </a:rPr>
              <a:t>: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나만의</a:t>
            </a:r>
            <a:r>
              <a:rPr sz="1200" b="1" spc="-4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5" dirty="0">
                <a:solidFill>
                  <a:srgbClr val="050000"/>
                </a:solidFill>
                <a:latin typeface="나눔바른고딕OTF"/>
                <a:cs typeface="나눔바른고딕OTF"/>
              </a:rPr>
              <a:t>프로그램을</a:t>
            </a: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만들기</a:t>
            </a:r>
            <a:endParaRPr sz="1200">
              <a:latin typeface="나눔바른고딕OTF"/>
              <a:cs typeface="나눔바른고딕OTF"/>
            </a:endParaRPr>
          </a:p>
          <a:p>
            <a:pPr marL="12700" marR="5080">
              <a:lnSpc>
                <a:spcPct val="150000"/>
              </a:lnSpc>
              <a:spcBef>
                <a:spcPts val="390"/>
              </a:spcBef>
            </a:pP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qr코드를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통해서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쉽게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영상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가이드에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접속할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혹은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PC로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확인하실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경우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유튜브에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[모션탭]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입력하여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검색하시면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공식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유튜브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채널이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채널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에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들어오신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후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재생목록에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선택후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사용자가이드를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클릭하셔서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보시면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됩니다.</a:t>
            </a:r>
            <a:r>
              <a:rPr sz="1000" spc="50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매우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다양한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동작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방식을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제공해주기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때문에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글만으로는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이해하시기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힘들기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때문에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영상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가이드를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통해서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기능들을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숙지하시고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사용하시면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편하게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사용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가능합니다.</a:t>
            </a:r>
            <a:endParaRPr sz="1000">
              <a:latin typeface="나눔명조OTF"/>
              <a:cs typeface="나눔명조OT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106" y="1528203"/>
            <a:ext cx="73799" cy="737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106" y="6298204"/>
            <a:ext cx="73799" cy="737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8106" y="1528203"/>
            <a:ext cx="73799" cy="737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33057" y="1925280"/>
            <a:ext cx="3202178" cy="233094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9445" y="6619100"/>
            <a:ext cx="1886445" cy="216490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09347" y="1929155"/>
            <a:ext cx="1813047" cy="368155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09347" y="5961405"/>
            <a:ext cx="1813047" cy="368155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245500" y="4444748"/>
            <a:ext cx="41128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47AB2"/>
                </a:solidFill>
                <a:latin typeface="나눔바른고딕OTF"/>
                <a:cs typeface="나눔바른고딕OTF"/>
              </a:rPr>
              <a:t>05.</a:t>
            </a:r>
            <a:r>
              <a:rPr sz="1000" b="1" spc="25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프로그램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30" dirty="0">
                <a:solidFill>
                  <a:srgbClr val="050000"/>
                </a:solidFill>
                <a:latin typeface="나눔명조OTF"/>
                <a:cs typeface="나눔명조OTF"/>
              </a:rPr>
              <a:t>화면영역입니다.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원하시는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프로그램을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확인/선택할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245500" y="4774948"/>
            <a:ext cx="40487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47AB2"/>
                </a:solidFill>
                <a:latin typeface="나눔바른고딕OTF"/>
                <a:cs typeface="나눔바른고딕OTF"/>
              </a:rPr>
              <a:t>06.</a:t>
            </a:r>
            <a:r>
              <a:rPr sz="1000" b="1" spc="75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감지센서(레이저,터치)/플레이어수/운동시간/탭개수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 등</a:t>
            </a:r>
            <a:r>
              <a:rPr sz="1000" spc="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프로그램에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대한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458860" y="5095623"/>
            <a:ext cx="193611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기본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설정내역이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표시되어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245500" y="5435348"/>
            <a:ext cx="31870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47AB2"/>
                </a:solidFill>
                <a:latin typeface="나눔바른고딕OTF"/>
                <a:cs typeface="나눔바른고딕OTF"/>
              </a:rPr>
              <a:t>07.</a:t>
            </a:r>
            <a:r>
              <a:rPr sz="1000" b="1" spc="25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spc="-30" dirty="0">
                <a:solidFill>
                  <a:srgbClr val="050000"/>
                </a:solidFill>
                <a:latin typeface="나눔명조OTF"/>
                <a:cs typeface="나눔명조OTF"/>
              </a:rPr>
              <a:t>홈/인기/만들기/커뮤니티/측정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등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바로가기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메뉴입니다.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245500" y="8160222"/>
            <a:ext cx="26936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47AB2"/>
                </a:solidFill>
                <a:latin typeface="나눔바른고딕OTF"/>
                <a:cs typeface="나눔바른고딕OTF"/>
              </a:rPr>
              <a:t>02.</a:t>
            </a:r>
            <a:r>
              <a:rPr sz="1000" b="1" spc="1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spc="-10" dirty="0">
                <a:solidFill>
                  <a:srgbClr val="4473A7"/>
                </a:solidFill>
                <a:latin typeface="나눔명조OTF"/>
                <a:cs typeface="나눔명조OTF"/>
              </a:rPr>
              <a:t>모션탭을</a:t>
            </a:r>
            <a:r>
              <a:rPr sz="1000" spc="-60" dirty="0">
                <a:solidFill>
                  <a:srgbClr val="4473A7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473A7"/>
                </a:solidFill>
                <a:latin typeface="나눔명조OTF"/>
                <a:cs typeface="나눔명조OTF"/>
              </a:rPr>
              <a:t>블루투스</a:t>
            </a:r>
            <a:r>
              <a:rPr sz="1000" spc="-60" dirty="0">
                <a:solidFill>
                  <a:srgbClr val="4473A7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473A7"/>
                </a:solidFill>
                <a:latin typeface="나눔명조OTF"/>
                <a:cs typeface="나눔명조OTF"/>
              </a:rPr>
              <a:t>연결할</a:t>
            </a:r>
            <a:r>
              <a:rPr sz="1000" spc="-60" dirty="0">
                <a:solidFill>
                  <a:srgbClr val="4473A7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473A7"/>
                </a:solidFill>
                <a:latin typeface="나눔명조OTF"/>
                <a:cs typeface="나눔명조OTF"/>
              </a:rPr>
              <a:t>수</a:t>
            </a:r>
            <a:r>
              <a:rPr sz="1000" spc="-60" dirty="0">
                <a:solidFill>
                  <a:srgbClr val="4473A7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473A7"/>
                </a:solidFill>
                <a:latin typeface="나눔명조OTF"/>
                <a:cs typeface="나눔명조OTF"/>
              </a:rPr>
              <a:t>있는</a:t>
            </a:r>
            <a:r>
              <a:rPr sz="1000" spc="-60" dirty="0">
                <a:solidFill>
                  <a:srgbClr val="4473A7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473A7"/>
                </a:solidFill>
                <a:latin typeface="나눔명조OTF"/>
                <a:cs typeface="나눔명조OTF"/>
              </a:rPr>
              <a:t>메뉴입니다.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245500" y="8490422"/>
            <a:ext cx="25755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47AB2"/>
                </a:solidFill>
                <a:latin typeface="나눔바른고딕OTF"/>
                <a:cs typeface="나눔바른고딕OTF"/>
              </a:rPr>
              <a:t>03.</a:t>
            </a:r>
            <a:r>
              <a:rPr sz="1000" b="1" spc="2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플레이어를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추가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삭제할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메뉴입니다.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245500" y="8820622"/>
            <a:ext cx="4189095" cy="83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060" indent="-213360">
              <a:lnSpc>
                <a:spcPct val="100000"/>
              </a:lnSpc>
              <a:spcBef>
                <a:spcPts val="100"/>
              </a:spcBef>
              <a:buClr>
                <a:srgbClr val="447AB2"/>
              </a:buClr>
              <a:buFont typeface=""/>
              <a:buAutoNum type="arabicPeriod" startAt="4"/>
              <a:tabLst>
                <a:tab pos="226060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프로그램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만들기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및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프로그램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수정을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메뉴입니다.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447AB2"/>
              </a:buClr>
              <a:buFont typeface=""/>
              <a:buAutoNum type="arabicPeriod" startAt="4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 startAt="4"/>
              <a:tabLst>
                <a:tab pos="226060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자동연결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및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음성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피드백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on/off등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다양한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메뉴입니다.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447AB2"/>
              </a:buClr>
              <a:buFont typeface=""/>
              <a:buAutoNum type="arabicPeriod" startAt="4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 startAt="4"/>
              <a:tabLst>
                <a:tab pos="226060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다양한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공지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및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도움말을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확인할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134003" y="2386805"/>
            <a:ext cx="1849755" cy="328295"/>
          </a:xfrm>
          <a:custGeom>
            <a:avLst/>
            <a:gdLst/>
            <a:ahLst/>
            <a:cxnLst/>
            <a:rect l="l" t="t" r="r" b="b"/>
            <a:pathLst>
              <a:path w="1849754" h="328294">
                <a:moveTo>
                  <a:pt x="1685366" y="0"/>
                </a:moveTo>
                <a:lnTo>
                  <a:pt x="164134" y="0"/>
                </a:lnTo>
                <a:lnTo>
                  <a:pt x="120500" y="5862"/>
                </a:lnTo>
                <a:lnTo>
                  <a:pt x="81291" y="22408"/>
                </a:lnTo>
                <a:lnTo>
                  <a:pt x="48072" y="48072"/>
                </a:lnTo>
                <a:lnTo>
                  <a:pt x="22408" y="81291"/>
                </a:lnTo>
                <a:lnTo>
                  <a:pt x="5862" y="120500"/>
                </a:lnTo>
                <a:lnTo>
                  <a:pt x="0" y="164134"/>
                </a:lnTo>
                <a:lnTo>
                  <a:pt x="5862" y="207769"/>
                </a:lnTo>
                <a:lnTo>
                  <a:pt x="22408" y="246978"/>
                </a:lnTo>
                <a:lnTo>
                  <a:pt x="48072" y="280196"/>
                </a:lnTo>
                <a:lnTo>
                  <a:pt x="81291" y="305861"/>
                </a:lnTo>
                <a:lnTo>
                  <a:pt x="120500" y="322406"/>
                </a:lnTo>
                <a:lnTo>
                  <a:pt x="164134" y="328269"/>
                </a:lnTo>
                <a:lnTo>
                  <a:pt x="1685366" y="328269"/>
                </a:lnTo>
                <a:lnTo>
                  <a:pt x="1728996" y="322406"/>
                </a:lnTo>
                <a:lnTo>
                  <a:pt x="1768204" y="305861"/>
                </a:lnTo>
                <a:lnTo>
                  <a:pt x="1801423" y="280196"/>
                </a:lnTo>
                <a:lnTo>
                  <a:pt x="1827089" y="246978"/>
                </a:lnTo>
                <a:lnTo>
                  <a:pt x="1843637" y="207769"/>
                </a:lnTo>
                <a:lnTo>
                  <a:pt x="1849500" y="164134"/>
                </a:lnTo>
                <a:lnTo>
                  <a:pt x="1843637" y="120500"/>
                </a:lnTo>
                <a:lnTo>
                  <a:pt x="1827089" y="81291"/>
                </a:lnTo>
                <a:lnTo>
                  <a:pt x="1801423" y="48072"/>
                </a:lnTo>
                <a:lnTo>
                  <a:pt x="1768204" y="22408"/>
                </a:lnTo>
                <a:lnTo>
                  <a:pt x="1728996" y="5862"/>
                </a:lnTo>
                <a:lnTo>
                  <a:pt x="1685366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245500" y="2416303"/>
            <a:ext cx="4189095" cy="187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5" dirty="0">
                <a:solidFill>
                  <a:srgbClr val="4279B1"/>
                </a:solidFill>
                <a:latin typeface="나눔바른고딕OTF"/>
                <a:cs typeface="나눔바른고딕OTF"/>
              </a:rPr>
              <a:t>01.</a:t>
            </a:r>
            <a:r>
              <a:rPr sz="1200" b="1" spc="-9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메인화면</a:t>
            </a:r>
            <a:endParaRPr sz="1200">
              <a:latin typeface="나눔바른고딕OTF"/>
              <a:cs typeface="나눔바른고딕OTF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>
              <a:latin typeface="나눔바른고딕OTF"/>
              <a:cs typeface="나눔바른고딕OTF"/>
            </a:endParaRPr>
          </a:p>
          <a:p>
            <a:pPr marL="216535" indent="-203835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16535" algn="l"/>
              </a:tabLst>
            </a:pP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프로그램을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직접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검색할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  <a:p>
            <a:pPr marL="226060" marR="5080" indent="-213360">
              <a:lnSpc>
                <a:spcPct val="210400"/>
              </a:lnSpc>
              <a:spcBef>
                <a:spcPts val="75"/>
              </a:spcBef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spc="-30" dirty="0">
                <a:solidFill>
                  <a:srgbClr val="050000"/>
                </a:solidFill>
                <a:latin typeface="나눔명조OTF"/>
                <a:cs typeface="나눔명조OTF"/>
              </a:rPr>
              <a:t>탭연결/플레이관리/프로필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수정/음성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피드백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켜기등을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설정할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메인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설정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버튼입니다.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(하단에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설명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추가)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프로그램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분류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메뉴입니다.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기능별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필터링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메뉴입니다.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134001" y="7500452"/>
            <a:ext cx="1849755" cy="268605"/>
          </a:xfrm>
          <a:custGeom>
            <a:avLst/>
            <a:gdLst/>
            <a:ahLst/>
            <a:cxnLst/>
            <a:rect l="l" t="t" r="r" b="b"/>
            <a:pathLst>
              <a:path w="1849754" h="268604">
                <a:moveTo>
                  <a:pt x="1715401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1715401" y="268198"/>
                </a:lnTo>
                <a:lnTo>
                  <a:pt x="1757784" y="261362"/>
                </a:lnTo>
                <a:lnTo>
                  <a:pt x="1794595" y="242326"/>
                </a:lnTo>
                <a:lnTo>
                  <a:pt x="1823625" y="213298"/>
                </a:lnTo>
                <a:lnTo>
                  <a:pt x="1842663" y="176487"/>
                </a:lnTo>
                <a:lnTo>
                  <a:pt x="1849500" y="134099"/>
                </a:lnTo>
                <a:lnTo>
                  <a:pt x="1842663" y="91711"/>
                </a:lnTo>
                <a:lnTo>
                  <a:pt x="1823625" y="54899"/>
                </a:lnTo>
                <a:lnTo>
                  <a:pt x="1794595" y="25871"/>
                </a:lnTo>
                <a:lnTo>
                  <a:pt x="1757784" y="6835"/>
                </a:lnTo>
                <a:lnTo>
                  <a:pt x="1715401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245500" y="7522694"/>
            <a:ext cx="2376170" cy="48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5" dirty="0">
                <a:solidFill>
                  <a:srgbClr val="4279B1"/>
                </a:solidFill>
                <a:latin typeface="나눔바른고딕OTF"/>
                <a:cs typeface="나눔바른고딕OTF"/>
              </a:rPr>
              <a:t>02.</a:t>
            </a:r>
            <a:r>
              <a:rPr sz="1200" b="1" spc="-9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메인설정</a:t>
            </a:r>
            <a:endParaRPr sz="1200">
              <a:latin typeface="나눔바른고딕OTF"/>
              <a:cs typeface="나눔바른고딕OTF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01.</a:t>
            </a:r>
            <a:r>
              <a:rPr sz="1000" b="1" spc="-4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회원가입한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정보로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작성된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닉네임입니다.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0"/>
            <a:ext cx="5058410" cy="1036955"/>
          </a:xfrm>
          <a:custGeom>
            <a:avLst/>
            <a:gdLst/>
            <a:ahLst/>
            <a:cxnLst/>
            <a:rect l="l" t="t" r="r" b="b"/>
            <a:pathLst>
              <a:path w="5058410" h="1036955">
                <a:moveTo>
                  <a:pt x="5009705" y="0"/>
                </a:moveTo>
                <a:lnTo>
                  <a:pt x="8694" y="0"/>
                </a:lnTo>
                <a:lnTo>
                  <a:pt x="7847" y="654"/>
                </a:lnTo>
                <a:lnTo>
                  <a:pt x="0" y="10812"/>
                </a:lnTo>
                <a:lnTo>
                  <a:pt x="0" y="979201"/>
                </a:lnTo>
                <a:lnTo>
                  <a:pt x="7847" y="989359"/>
                </a:lnTo>
                <a:lnTo>
                  <a:pt x="40634" y="1014690"/>
                </a:lnTo>
                <a:lnTo>
                  <a:pt x="79333" y="1031021"/>
                </a:lnTo>
                <a:lnTo>
                  <a:pt x="122400" y="1036807"/>
                </a:lnTo>
                <a:lnTo>
                  <a:pt x="4895999" y="1036807"/>
                </a:lnTo>
                <a:lnTo>
                  <a:pt x="4939066" y="1031021"/>
                </a:lnTo>
                <a:lnTo>
                  <a:pt x="4977765" y="1014690"/>
                </a:lnTo>
                <a:lnTo>
                  <a:pt x="5010552" y="989359"/>
                </a:lnTo>
                <a:lnTo>
                  <a:pt x="5035883" y="956572"/>
                </a:lnTo>
                <a:lnTo>
                  <a:pt x="5052214" y="917873"/>
                </a:lnTo>
                <a:lnTo>
                  <a:pt x="5058001" y="874806"/>
                </a:lnTo>
                <a:lnTo>
                  <a:pt x="5058001" y="115206"/>
                </a:lnTo>
                <a:lnTo>
                  <a:pt x="5052214" y="72140"/>
                </a:lnTo>
                <a:lnTo>
                  <a:pt x="5035883" y="33441"/>
                </a:lnTo>
                <a:lnTo>
                  <a:pt x="5010552" y="654"/>
                </a:lnTo>
                <a:lnTo>
                  <a:pt x="5009705" y="0"/>
                </a:lnTo>
                <a:close/>
              </a:path>
            </a:pathLst>
          </a:custGeom>
          <a:solidFill>
            <a:srgbClr val="3F80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35299" y="853326"/>
            <a:ext cx="171894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0" spc="-5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PART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2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2.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HOW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TO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USE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THE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PRODUCT</a:t>
            </a:r>
            <a:endParaRPr sz="700">
              <a:latin typeface="G마켓 산스 TTF Medium"/>
              <a:cs typeface="G마켓 산스 TTF Medium"/>
            </a:endParaRPr>
          </a:p>
        </p:txBody>
      </p: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2-2.</a:t>
            </a:r>
            <a:r>
              <a:rPr spc="-5" dirty="0"/>
              <a:t> </a:t>
            </a:r>
            <a:r>
              <a:rPr dirty="0"/>
              <a:t>제품 충전</a:t>
            </a:r>
            <a:r>
              <a:rPr spc="-5" dirty="0"/>
              <a:t> </a:t>
            </a:r>
            <a:r>
              <a:rPr dirty="0"/>
              <a:t>및 </a:t>
            </a:r>
            <a:r>
              <a:rPr spc="-10" dirty="0"/>
              <a:t>영상가이드</a:t>
            </a:r>
          </a:p>
        </p:txBody>
      </p:sp>
      <p:sp>
        <p:nvSpPr>
          <p:cNvPr id="32" name="object 32"/>
          <p:cNvSpPr/>
          <p:nvPr/>
        </p:nvSpPr>
        <p:spPr>
          <a:xfrm>
            <a:off x="7668000" y="0"/>
            <a:ext cx="4957445" cy="1036955"/>
          </a:xfrm>
          <a:custGeom>
            <a:avLst/>
            <a:gdLst/>
            <a:ahLst/>
            <a:cxnLst/>
            <a:rect l="l" t="t" r="r" b="b"/>
            <a:pathLst>
              <a:path w="4957445" h="1036955">
                <a:moveTo>
                  <a:pt x="4957203" y="0"/>
                </a:moveTo>
                <a:lnTo>
                  <a:pt x="0" y="0"/>
                </a:lnTo>
                <a:lnTo>
                  <a:pt x="0" y="1036807"/>
                </a:lnTo>
                <a:lnTo>
                  <a:pt x="4795202" y="1036807"/>
                </a:lnTo>
                <a:lnTo>
                  <a:pt x="4838269" y="1031021"/>
                </a:lnTo>
                <a:lnTo>
                  <a:pt x="4876967" y="1014690"/>
                </a:lnTo>
                <a:lnTo>
                  <a:pt x="4909754" y="989359"/>
                </a:lnTo>
                <a:lnTo>
                  <a:pt x="4935085" y="956572"/>
                </a:lnTo>
                <a:lnTo>
                  <a:pt x="4951416" y="917873"/>
                </a:lnTo>
                <a:lnTo>
                  <a:pt x="4957203" y="874806"/>
                </a:lnTo>
                <a:lnTo>
                  <a:pt x="4957203" y="0"/>
                </a:lnTo>
                <a:close/>
              </a:path>
            </a:pathLst>
          </a:custGeom>
          <a:solidFill>
            <a:srgbClr val="3F80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193499" y="406992"/>
            <a:ext cx="2317750" cy="578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2-3.</a:t>
            </a:r>
            <a:r>
              <a:rPr sz="23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 </a:t>
            </a:r>
            <a:r>
              <a:rPr sz="23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화면기본</a:t>
            </a:r>
            <a:r>
              <a:rPr sz="23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 </a:t>
            </a:r>
            <a:r>
              <a:rPr sz="2300" b="1" u="heavy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구성</a:t>
            </a:r>
            <a:endParaRPr sz="2300">
              <a:latin typeface="나눔바른고딕OTF"/>
              <a:cs typeface="나눔바른고딕OTF"/>
            </a:endParaRPr>
          </a:p>
          <a:p>
            <a:pPr marL="21590">
              <a:lnSpc>
                <a:spcPct val="100000"/>
              </a:lnSpc>
              <a:spcBef>
                <a:spcPts val="755"/>
              </a:spcBef>
            </a:pPr>
            <a:r>
              <a:rPr sz="700" b="0" spc="-5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PART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2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2.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HOW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TO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USE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THE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1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PRODUCT</a:t>
            </a:r>
            <a:endParaRPr sz="700">
              <a:latin typeface="G마켓 산스 TTF Medium"/>
              <a:cs typeface="G마켓 산스 TTF Medium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5299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08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482795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09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64699" y="10252781"/>
            <a:ext cx="134556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3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02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제품사용방법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024752" y="10252781"/>
            <a:ext cx="133985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5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제품사용방법</a:t>
            </a:r>
            <a:r>
              <a:rPr sz="1100" b="0" spc="-3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8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8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2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02</a:t>
            </a:r>
            <a:endParaRPr sz="1100">
              <a:latin typeface="나눔바른고딕OTF Light"/>
              <a:cs typeface="나눔바른고딕OTF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058410" cy="1036955"/>
          </a:xfrm>
          <a:custGeom>
            <a:avLst/>
            <a:gdLst/>
            <a:ahLst/>
            <a:cxnLst/>
            <a:rect l="l" t="t" r="r" b="b"/>
            <a:pathLst>
              <a:path w="5058410" h="1036955">
                <a:moveTo>
                  <a:pt x="5009705" y="0"/>
                </a:moveTo>
                <a:lnTo>
                  <a:pt x="8694" y="0"/>
                </a:lnTo>
                <a:lnTo>
                  <a:pt x="7847" y="654"/>
                </a:lnTo>
                <a:lnTo>
                  <a:pt x="0" y="10812"/>
                </a:lnTo>
                <a:lnTo>
                  <a:pt x="0" y="979201"/>
                </a:lnTo>
                <a:lnTo>
                  <a:pt x="7847" y="989359"/>
                </a:lnTo>
                <a:lnTo>
                  <a:pt x="40634" y="1014690"/>
                </a:lnTo>
                <a:lnTo>
                  <a:pt x="79333" y="1031021"/>
                </a:lnTo>
                <a:lnTo>
                  <a:pt x="122400" y="1036807"/>
                </a:lnTo>
                <a:lnTo>
                  <a:pt x="4895999" y="1036807"/>
                </a:lnTo>
                <a:lnTo>
                  <a:pt x="4939066" y="1031021"/>
                </a:lnTo>
                <a:lnTo>
                  <a:pt x="4977765" y="1014690"/>
                </a:lnTo>
                <a:lnTo>
                  <a:pt x="5010552" y="989359"/>
                </a:lnTo>
                <a:lnTo>
                  <a:pt x="5035883" y="956572"/>
                </a:lnTo>
                <a:lnTo>
                  <a:pt x="5052214" y="917873"/>
                </a:lnTo>
                <a:lnTo>
                  <a:pt x="5058001" y="874806"/>
                </a:lnTo>
                <a:lnTo>
                  <a:pt x="5058001" y="115206"/>
                </a:lnTo>
                <a:lnTo>
                  <a:pt x="5052214" y="72140"/>
                </a:lnTo>
                <a:lnTo>
                  <a:pt x="5035883" y="33441"/>
                </a:lnTo>
                <a:lnTo>
                  <a:pt x="5010552" y="654"/>
                </a:lnTo>
                <a:lnTo>
                  <a:pt x="5009705" y="0"/>
                </a:lnTo>
                <a:close/>
              </a:path>
            </a:pathLst>
          </a:custGeom>
          <a:solidFill>
            <a:srgbClr val="3F80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5299" y="853326"/>
            <a:ext cx="171894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0" spc="-5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PART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2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2.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HOW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TO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USE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THE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PRODUCT</a:t>
            </a:r>
            <a:endParaRPr sz="700">
              <a:latin typeface="G마켓 산스 TTF Medium"/>
              <a:cs typeface="G마켓 산스 TTF Medium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2-3.</a:t>
            </a:r>
            <a:r>
              <a:rPr spc="-5" dirty="0"/>
              <a:t> </a:t>
            </a:r>
            <a:r>
              <a:rPr dirty="0"/>
              <a:t>화면기본</a:t>
            </a:r>
            <a:r>
              <a:rPr spc="-5" dirty="0"/>
              <a:t> </a:t>
            </a:r>
            <a:r>
              <a:rPr spc="-25" dirty="0"/>
              <a:t>구성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351" y="1435951"/>
            <a:ext cx="1813052" cy="368155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574002" y="1432805"/>
            <a:ext cx="1849755" cy="328295"/>
          </a:xfrm>
          <a:custGeom>
            <a:avLst/>
            <a:gdLst/>
            <a:ahLst/>
            <a:cxnLst/>
            <a:rect l="l" t="t" r="r" b="b"/>
            <a:pathLst>
              <a:path w="1849754" h="328294">
                <a:moveTo>
                  <a:pt x="1685366" y="0"/>
                </a:moveTo>
                <a:lnTo>
                  <a:pt x="164134" y="0"/>
                </a:lnTo>
                <a:lnTo>
                  <a:pt x="120500" y="5862"/>
                </a:lnTo>
                <a:lnTo>
                  <a:pt x="81291" y="22408"/>
                </a:lnTo>
                <a:lnTo>
                  <a:pt x="48072" y="48072"/>
                </a:lnTo>
                <a:lnTo>
                  <a:pt x="22408" y="81291"/>
                </a:lnTo>
                <a:lnTo>
                  <a:pt x="5862" y="120500"/>
                </a:lnTo>
                <a:lnTo>
                  <a:pt x="0" y="164134"/>
                </a:lnTo>
                <a:lnTo>
                  <a:pt x="5862" y="207769"/>
                </a:lnTo>
                <a:lnTo>
                  <a:pt x="22408" y="246978"/>
                </a:lnTo>
                <a:lnTo>
                  <a:pt x="48072" y="280196"/>
                </a:lnTo>
                <a:lnTo>
                  <a:pt x="81291" y="305861"/>
                </a:lnTo>
                <a:lnTo>
                  <a:pt x="120500" y="322406"/>
                </a:lnTo>
                <a:lnTo>
                  <a:pt x="164134" y="328269"/>
                </a:lnTo>
                <a:lnTo>
                  <a:pt x="1685366" y="328269"/>
                </a:lnTo>
                <a:lnTo>
                  <a:pt x="1728996" y="322406"/>
                </a:lnTo>
                <a:lnTo>
                  <a:pt x="1768204" y="305861"/>
                </a:lnTo>
                <a:lnTo>
                  <a:pt x="1801423" y="280196"/>
                </a:lnTo>
                <a:lnTo>
                  <a:pt x="1827089" y="246978"/>
                </a:lnTo>
                <a:lnTo>
                  <a:pt x="1843637" y="207769"/>
                </a:lnTo>
                <a:lnTo>
                  <a:pt x="1849501" y="164134"/>
                </a:lnTo>
                <a:lnTo>
                  <a:pt x="1843637" y="120500"/>
                </a:lnTo>
                <a:lnTo>
                  <a:pt x="1827089" y="81291"/>
                </a:lnTo>
                <a:lnTo>
                  <a:pt x="1801423" y="48072"/>
                </a:lnTo>
                <a:lnTo>
                  <a:pt x="1768204" y="22408"/>
                </a:lnTo>
                <a:lnTo>
                  <a:pt x="1728996" y="5862"/>
                </a:lnTo>
                <a:lnTo>
                  <a:pt x="1685366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74002" y="5338216"/>
            <a:ext cx="1849755" cy="328295"/>
          </a:xfrm>
          <a:custGeom>
            <a:avLst/>
            <a:gdLst/>
            <a:ahLst/>
            <a:cxnLst/>
            <a:rect l="l" t="t" r="r" b="b"/>
            <a:pathLst>
              <a:path w="1849754" h="328295">
                <a:moveTo>
                  <a:pt x="1685366" y="0"/>
                </a:moveTo>
                <a:lnTo>
                  <a:pt x="164134" y="0"/>
                </a:lnTo>
                <a:lnTo>
                  <a:pt x="120500" y="5862"/>
                </a:lnTo>
                <a:lnTo>
                  <a:pt x="81291" y="22408"/>
                </a:lnTo>
                <a:lnTo>
                  <a:pt x="48072" y="48072"/>
                </a:lnTo>
                <a:lnTo>
                  <a:pt x="22408" y="81291"/>
                </a:lnTo>
                <a:lnTo>
                  <a:pt x="5862" y="120500"/>
                </a:lnTo>
                <a:lnTo>
                  <a:pt x="0" y="164134"/>
                </a:lnTo>
                <a:lnTo>
                  <a:pt x="5862" y="207769"/>
                </a:lnTo>
                <a:lnTo>
                  <a:pt x="22408" y="246978"/>
                </a:lnTo>
                <a:lnTo>
                  <a:pt x="48072" y="280196"/>
                </a:lnTo>
                <a:lnTo>
                  <a:pt x="81291" y="305861"/>
                </a:lnTo>
                <a:lnTo>
                  <a:pt x="120500" y="322406"/>
                </a:lnTo>
                <a:lnTo>
                  <a:pt x="164134" y="328269"/>
                </a:lnTo>
                <a:lnTo>
                  <a:pt x="1685366" y="328269"/>
                </a:lnTo>
                <a:lnTo>
                  <a:pt x="1728996" y="322406"/>
                </a:lnTo>
                <a:lnTo>
                  <a:pt x="1768204" y="305861"/>
                </a:lnTo>
                <a:lnTo>
                  <a:pt x="1801423" y="280196"/>
                </a:lnTo>
                <a:lnTo>
                  <a:pt x="1827089" y="246978"/>
                </a:lnTo>
                <a:lnTo>
                  <a:pt x="1843637" y="207769"/>
                </a:lnTo>
                <a:lnTo>
                  <a:pt x="1849501" y="164134"/>
                </a:lnTo>
                <a:lnTo>
                  <a:pt x="1843637" y="120500"/>
                </a:lnTo>
                <a:lnTo>
                  <a:pt x="1827089" y="81291"/>
                </a:lnTo>
                <a:lnTo>
                  <a:pt x="1801423" y="48072"/>
                </a:lnTo>
                <a:lnTo>
                  <a:pt x="1768204" y="22408"/>
                </a:lnTo>
                <a:lnTo>
                  <a:pt x="1728996" y="5862"/>
                </a:lnTo>
                <a:lnTo>
                  <a:pt x="1685366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85500" y="1462303"/>
            <a:ext cx="4325620" cy="5111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5" dirty="0">
                <a:solidFill>
                  <a:srgbClr val="4279B1"/>
                </a:solidFill>
                <a:latin typeface="나눔바른고딕OTF"/>
                <a:cs typeface="나눔바른고딕OTF"/>
              </a:rPr>
              <a:t>03.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탭</a:t>
            </a:r>
            <a:r>
              <a:rPr sz="1200" b="1" spc="-100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5" dirty="0">
                <a:solidFill>
                  <a:srgbClr val="4279B1"/>
                </a:solidFill>
                <a:latin typeface="나눔바른고딕OTF"/>
                <a:cs typeface="나눔바른고딕OTF"/>
              </a:rPr>
              <a:t>연결</a:t>
            </a:r>
            <a:endParaRPr sz="1200">
              <a:latin typeface="나눔바른고딕OTF"/>
              <a:cs typeface="나눔바른고딕OTF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>
              <a:latin typeface="나눔바른고딕OTF"/>
              <a:cs typeface="나눔바른고딕OTF"/>
            </a:endParaRPr>
          </a:p>
          <a:p>
            <a:pPr marL="216535" indent="-203835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16535" algn="l"/>
              </a:tabLst>
            </a:pP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이전화면으로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가는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버튼입니다.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등록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기능을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활용해서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저장한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불러올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기능입니다.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현재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연결한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개수와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순서를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그대로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저장할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기능입니다.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클릭시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연결된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전체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불빛이점등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됩니다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클릭시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전체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연결이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종료됩니다.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배터리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잔량을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확인할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잔량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표시입니다.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버튼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클릭시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불빛이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들어옵니다.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버튼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클릭시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해당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통신연결이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해제됩니다.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자동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검색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처리가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가능한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연결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가능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검색할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 startAt="10"/>
              <a:tabLst>
                <a:tab pos="226060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전체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연결을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자동연결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버튼입니다.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47AB2"/>
              </a:buClr>
              <a:buFont typeface=""/>
              <a:buAutoNum type="arabicPeriod" startAt="10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 startAt="10"/>
              <a:tabLst>
                <a:tab pos="226060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미연결된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확인하고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하나씩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연결할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</a:pP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00">
              <a:latin typeface="나눔명조OTF"/>
              <a:cs typeface="나눔명조OTF"/>
            </a:endParaRPr>
          </a:p>
          <a:p>
            <a:pPr marL="12700">
              <a:lnSpc>
                <a:spcPct val="100000"/>
              </a:lnSpc>
            </a:pPr>
            <a:r>
              <a:rPr sz="1200" b="1" spc="-55" dirty="0">
                <a:solidFill>
                  <a:srgbClr val="4279B1"/>
                </a:solidFill>
                <a:latin typeface="나눔바른고딕OTF"/>
                <a:cs typeface="나눔바른고딕OTF"/>
              </a:rPr>
              <a:t>04.</a:t>
            </a:r>
            <a:r>
              <a:rPr sz="1200" b="1" spc="-100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운동</a:t>
            </a:r>
            <a:r>
              <a:rPr sz="1200" b="1" spc="-9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60" dirty="0">
                <a:solidFill>
                  <a:srgbClr val="4279B1"/>
                </a:solidFill>
                <a:latin typeface="나눔바른고딕OTF"/>
                <a:cs typeface="나눔바른고딕OTF"/>
              </a:rPr>
              <a:t>콘텐츠</a:t>
            </a:r>
            <a:r>
              <a:rPr sz="1200" b="1" spc="-9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5" dirty="0">
                <a:solidFill>
                  <a:srgbClr val="4279B1"/>
                </a:solidFill>
                <a:latin typeface="나눔바른고딕OTF"/>
                <a:cs typeface="나눔바른고딕OTF"/>
              </a:rPr>
              <a:t>화면</a:t>
            </a:r>
            <a:endParaRPr sz="1200">
              <a:latin typeface="나눔바른고딕OTF"/>
              <a:cs typeface="나눔바른고딕OTF"/>
            </a:endParaRPr>
          </a:p>
          <a:p>
            <a:pPr marL="12700" marR="5080" algn="just">
              <a:lnSpc>
                <a:spcPct val="213499"/>
              </a:lnSpc>
              <a:spcBef>
                <a:spcPts val="165"/>
              </a:spcBef>
            </a:pPr>
            <a:r>
              <a:rPr sz="1500" b="1" spc="-30" baseline="2777" dirty="0">
                <a:solidFill>
                  <a:srgbClr val="447AB2"/>
                </a:solidFill>
                <a:latin typeface="나눔바른고딕OTF"/>
                <a:cs typeface="나눔바른고딕OTF"/>
              </a:rPr>
              <a:t>01.</a:t>
            </a:r>
            <a:r>
              <a:rPr sz="1500" b="1" spc="-60" baseline="2777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처음에는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영상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가이드가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나옵니다.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영상에서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픽토그램과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운동을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어떻게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하는지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대한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자세한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가이드가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나오기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때문에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운동전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시청해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주시는걸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30" dirty="0">
                <a:solidFill>
                  <a:srgbClr val="050000"/>
                </a:solidFill>
                <a:latin typeface="나눔명조OTF"/>
                <a:cs typeface="나눔명조OTF"/>
              </a:rPr>
              <a:t>추천드립니다.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또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화면을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슬라이드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해보시면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중인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스틸컷과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픽토그램을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확인할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351" y="5344820"/>
            <a:ext cx="1813052" cy="368468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698203" y="6664731"/>
            <a:ext cx="4321810" cy="991235"/>
            <a:chOff x="2698203" y="6664731"/>
            <a:chExt cx="4321810" cy="99123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8203" y="6718731"/>
              <a:ext cx="1418399" cy="93685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49902" y="6718731"/>
              <a:ext cx="1418397" cy="93685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01601" y="6664731"/>
              <a:ext cx="1418399" cy="93685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685500" y="7629441"/>
            <a:ext cx="4341495" cy="2483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110">
              <a:lnSpc>
                <a:spcPct val="100000"/>
              </a:lnSpc>
              <a:spcBef>
                <a:spcPts val="100"/>
              </a:spcBef>
              <a:tabLst>
                <a:tab pos="1923414" algn="l"/>
                <a:tab pos="3336925" algn="l"/>
              </a:tabLst>
            </a:pPr>
            <a:r>
              <a:rPr sz="900" b="1" dirty="0">
                <a:solidFill>
                  <a:srgbClr val="4676A8"/>
                </a:solidFill>
                <a:latin typeface="나눔바른고딕OTF"/>
                <a:cs typeface="나눔바른고딕OTF"/>
              </a:rPr>
              <a:t>-</a:t>
            </a:r>
            <a:r>
              <a:rPr sz="900" b="1" spc="-40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900" b="1" spc="-10" dirty="0">
                <a:solidFill>
                  <a:srgbClr val="4676A8"/>
                </a:solidFill>
                <a:latin typeface="나눔바른고딕OTF"/>
                <a:cs typeface="나눔바른고딕OTF"/>
              </a:rPr>
              <a:t>영상</a:t>
            </a:r>
            <a:r>
              <a:rPr sz="900" b="1" spc="-3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900" b="1" spc="-20" dirty="0">
                <a:solidFill>
                  <a:srgbClr val="4676A8"/>
                </a:solidFill>
                <a:latin typeface="나눔바른고딕OTF"/>
                <a:cs typeface="나눔바른고딕OTF"/>
              </a:rPr>
              <a:t>가이드</a:t>
            </a:r>
            <a:r>
              <a:rPr sz="900" b="1" spc="-3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900" b="1" spc="-50" dirty="0">
                <a:solidFill>
                  <a:srgbClr val="4676A8"/>
                </a:solidFill>
                <a:latin typeface="나눔바른고딕OTF"/>
                <a:cs typeface="나눔바른고딕OTF"/>
              </a:rPr>
              <a:t>-</a:t>
            </a:r>
            <a:r>
              <a:rPr sz="900" b="1" dirty="0">
                <a:solidFill>
                  <a:srgbClr val="4676A8"/>
                </a:solidFill>
                <a:latin typeface="나눔바른고딕OTF"/>
                <a:cs typeface="나눔바른고딕OTF"/>
              </a:rPr>
              <a:t>	-</a:t>
            </a:r>
            <a:r>
              <a:rPr sz="900" b="1" spc="-4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900" b="1" spc="-10" dirty="0">
                <a:solidFill>
                  <a:srgbClr val="4676A8"/>
                </a:solidFill>
                <a:latin typeface="나눔바른고딕OTF"/>
                <a:cs typeface="나눔바른고딕OTF"/>
              </a:rPr>
              <a:t>스틸</a:t>
            </a:r>
            <a:r>
              <a:rPr sz="900" b="1" spc="-40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900" b="1" dirty="0">
                <a:solidFill>
                  <a:srgbClr val="4676A8"/>
                </a:solidFill>
                <a:latin typeface="나눔바른고딕OTF"/>
                <a:cs typeface="나눔바른고딕OTF"/>
              </a:rPr>
              <a:t>컷</a:t>
            </a:r>
            <a:r>
              <a:rPr sz="900" b="1" spc="-4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900" b="1" spc="-50" dirty="0">
                <a:solidFill>
                  <a:srgbClr val="4676A8"/>
                </a:solidFill>
                <a:latin typeface="나눔바른고딕OTF"/>
                <a:cs typeface="나눔바른고딕OTF"/>
              </a:rPr>
              <a:t>-</a:t>
            </a:r>
            <a:r>
              <a:rPr sz="900" b="1" dirty="0">
                <a:solidFill>
                  <a:srgbClr val="4676A8"/>
                </a:solidFill>
                <a:latin typeface="나눔바른고딕OTF"/>
                <a:cs typeface="나눔바른고딕OTF"/>
              </a:rPr>
              <a:t>	-</a:t>
            </a:r>
            <a:r>
              <a:rPr sz="900" b="1" spc="-3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900" b="1" spc="-20" dirty="0">
                <a:solidFill>
                  <a:srgbClr val="4676A8"/>
                </a:solidFill>
                <a:latin typeface="나눔바른고딕OTF"/>
                <a:cs typeface="나눔바른고딕OTF"/>
              </a:rPr>
              <a:t>픽토그램</a:t>
            </a:r>
            <a:r>
              <a:rPr sz="900" b="1" spc="-35" dirty="0">
                <a:solidFill>
                  <a:srgbClr val="4676A8"/>
                </a:solidFill>
                <a:latin typeface="나눔바른고딕OTF"/>
                <a:cs typeface="나눔바른고딕OTF"/>
              </a:rPr>
              <a:t> </a:t>
            </a:r>
            <a:r>
              <a:rPr sz="900" b="1" spc="-50" dirty="0">
                <a:solidFill>
                  <a:srgbClr val="4676A8"/>
                </a:solidFill>
                <a:latin typeface="나눔바른고딕OTF"/>
                <a:cs typeface="나눔바른고딕OTF"/>
              </a:rPr>
              <a:t>-</a:t>
            </a:r>
            <a:endParaRPr sz="900">
              <a:latin typeface="나눔바른고딕OTF"/>
              <a:cs typeface="나눔바른고딕OTF"/>
            </a:endParaRPr>
          </a:p>
          <a:p>
            <a:pPr marL="12700" marR="5080" indent="213360">
              <a:lnSpc>
                <a:spcPct val="210400"/>
              </a:lnSpc>
              <a:spcBef>
                <a:spcPts val="150"/>
              </a:spcBef>
              <a:buClr>
                <a:srgbClr val="447AB2"/>
              </a:buClr>
              <a:buFont typeface=""/>
              <a:buAutoNum type="arabicPeriod" startAt="2"/>
              <a:tabLst>
                <a:tab pos="226060" algn="l"/>
              </a:tabLst>
            </a:pP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즐겨찾기와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같은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기능으로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활용이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가능하며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메인화면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필터를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통해서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체크된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운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동만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볼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Clr>
                <a:srgbClr val="447AB2"/>
              </a:buClr>
              <a:buFont typeface=""/>
              <a:buAutoNum type="arabicPeriod" startAt="2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 startAt="2"/>
              <a:tabLst>
                <a:tab pos="226060" algn="l"/>
              </a:tabLst>
            </a:pP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지인들에게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공유할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기능입니다.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447AB2"/>
              </a:buClr>
              <a:buFont typeface=""/>
              <a:buAutoNum type="arabicPeriod" startAt="2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 startAt="2"/>
              <a:tabLst>
                <a:tab pos="226060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콘텐츠에서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기본적으로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설정된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설정값입니다.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447AB2"/>
              </a:buClr>
              <a:buFont typeface=""/>
              <a:buAutoNum type="arabicPeriod" startAt="2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 startAt="2"/>
              <a:tabLst>
                <a:tab pos="226060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클릭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콘텐츠가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실행됩니다.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447AB2"/>
              </a:buClr>
              <a:buFont typeface=""/>
              <a:buAutoNum type="arabicPeriod" startAt="2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 startAt="2"/>
              <a:tabLst>
                <a:tab pos="226060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클릭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순서대로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점등되면서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순서를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파악할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447AB2"/>
              </a:buClr>
              <a:buFont typeface=""/>
              <a:buAutoNum type="arabicPeriod" startAt="2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 startAt="2"/>
              <a:tabLst>
                <a:tab pos="226060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콘텐츠에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대한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세부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확인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수정할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페이지입니다.</a:t>
            </a:r>
            <a:endParaRPr sz="1000">
              <a:latin typeface="나눔명조OTF"/>
              <a:cs typeface="나눔명조OT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09347" y="1427861"/>
            <a:ext cx="1813047" cy="4859997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0134003" y="1427854"/>
            <a:ext cx="2847975" cy="328295"/>
          </a:xfrm>
          <a:custGeom>
            <a:avLst/>
            <a:gdLst/>
            <a:ahLst/>
            <a:cxnLst/>
            <a:rect l="l" t="t" r="r" b="b"/>
            <a:pathLst>
              <a:path w="2847975" h="328294">
                <a:moveTo>
                  <a:pt x="2683459" y="0"/>
                </a:moveTo>
                <a:lnTo>
                  <a:pt x="164134" y="0"/>
                </a:lnTo>
                <a:lnTo>
                  <a:pt x="120500" y="5862"/>
                </a:lnTo>
                <a:lnTo>
                  <a:pt x="81291" y="22408"/>
                </a:lnTo>
                <a:lnTo>
                  <a:pt x="48072" y="48072"/>
                </a:lnTo>
                <a:lnTo>
                  <a:pt x="22408" y="81291"/>
                </a:lnTo>
                <a:lnTo>
                  <a:pt x="5862" y="120500"/>
                </a:lnTo>
                <a:lnTo>
                  <a:pt x="0" y="164134"/>
                </a:lnTo>
                <a:lnTo>
                  <a:pt x="5862" y="207769"/>
                </a:lnTo>
                <a:lnTo>
                  <a:pt x="22408" y="246978"/>
                </a:lnTo>
                <a:lnTo>
                  <a:pt x="48072" y="280196"/>
                </a:lnTo>
                <a:lnTo>
                  <a:pt x="81291" y="305861"/>
                </a:lnTo>
                <a:lnTo>
                  <a:pt x="120500" y="322406"/>
                </a:lnTo>
                <a:lnTo>
                  <a:pt x="164134" y="328269"/>
                </a:lnTo>
                <a:lnTo>
                  <a:pt x="2683459" y="328269"/>
                </a:lnTo>
                <a:lnTo>
                  <a:pt x="2727093" y="322406"/>
                </a:lnTo>
                <a:lnTo>
                  <a:pt x="2766302" y="305861"/>
                </a:lnTo>
                <a:lnTo>
                  <a:pt x="2799521" y="280196"/>
                </a:lnTo>
                <a:lnTo>
                  <a:pt x="2825185" y="246978"/>
                </a:lnTo>
                <a:lnTo>
                  <a:pt x="2841731" y="207769"/>
                </a:lnTo>
                <a:lnTo>
                  <a:pt x="2847593" y="164134"/>
                </a:lnTo>
                <a:lnTo>
                  <a:pt x="2841731" y="120500"/>
                </a:lnTo>
                <a:lnTo>
                  <a:pt x="2825185" y="81291"/>
                </a:lnTo>
                <a:lnTo>
                  <a:pt x="2799521" y="48072"/>
                </a:lnTo>
                <a:lnTo>
                  <a:pt x="2766302" y="22408"/>
                </a:lnTo>
                <a:lnTo>
                  <a:pt x="2727093" y="5862"/>
                </a:lnTo>
                <a:lnTo>
                  <a:pt x="2683459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245498" y="1457352"/>
            <a:ext cx="4324350" cy="8605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5" dirty="0">
                <a:solidFill>
                  <a:srgbClr val="4279B1"/>
                </a:solidFill>
                <a:latin typeface="나눔바른고딕OTF"/>
                <a:cs typeface="나눔바른고딕OTF"/>
              </a:rPr>
              <a:t>05.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운동</a:t>
            </a:r>
            <a:r>
              <a:rPr sz="1200" b="1" spc="-100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60" dirty="0">
                <a:solidFill>
                  <a:srgbClr val="4279B1"/>
                </a:solidFill>
                <a:latin typeface="나눔바른고딕OTF"/>
                <a:cs typeface="나눔바른고딕OTF"/>
              </a:rPr>
              <a:t>콘텐츠</a:t>
            </a:r>
            <a:r>
              <a:rPr sz="1200" b="1" spc="-100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화면</a:t>
            </a:r>
            <a:r>
              <a:rPr sz="1200" b="1" spc="-100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10" dirty="0">
                <a:solidFill>
                  <a:srgbClr val="4279B1"/>
                </a:solidFill>
                <a:latin typeface="나눔바른고딕OTF"/>
                <a:cs typeface="나눔바른고딕OTF"/>
              </a:rPr>
              <a:t>-</a:t>
            </a:r>
            <a:r>
              <a:rPr sz="1200" b="1" spc="-100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세부설정</a:t>
            </a:r>
            <a:endParaRPr sz="1200">
              <a:latin typeface="나눔바른고딕OTF"/>
              <a:cs typeface="나눔바른고딕OTF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200">
              <a:latin typeface="나눔바른고딕OTF"/>
              <a:cs typeface="나눔바른고딕OTF"/>
            </a:endParaRPr>
          </a:p>
          <a:p>
            <a:pPr marL="216535" indent="-203835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16535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클릭시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구독할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30" dirty="0">
                <a:solidFill>
                  <a:srgbClr val="050000"/>
                </a:solidFill>
                <a:latin typeface="나눔명조OTF"/>
                <a:cs typeface="나눔명조OTF"/>
              </a:rPr>
              <a:t>버튼입니다.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25408F"/>
                </a:solidFill>
                <a:latin typeface="나눔명조OTF"/>
                <a:cs typeface="나눔명조OTF"/>
              </a:rPr>
              <a:t>(미구현</a:t>
            </a:r>
            <a:r>
              <a:rPr sz="1000" spc="-45" dirty="0">
                <a:solidFill>
                  <a:srgbClr val="25408F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25408F"/>
                </a:solidFill>
                <a:latin typeface="나눔명조OTF"/>
                <a:cs typeface="나눔명조OTF"/>
              </a:rPr>
              <a:t>개발중)</a:t>
            </a:r>
            <a:endParaRPr sz="1000">
              <a:latin typeface="나눔명조OTF"/>
              <a:cs typeface="나눔명조OTF"/>
            </a:endParaRPr>
          </a:p>
          <a:p>
            <a:pPr marL="12700" marR="62230" indent="203835">
              <a:lnSpc>
                <a:spcPct val="210400"/>
              </a:lnSpc>
              <a:spcBef>
                <a:spcPts val="75"/>
              </a:spcBef>
              <a:buClr>
                <a:srgbClr val="447AB2"/>
              </a:buClr>
              <a:buFont typeface=""/>
              <a:buAutoNum type="arabicPeriod"/>
              <a:tabLst>
                <a:tab pos="216535" algn="l"/>
              </a:tabLst>
            </a:pP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콘텐츠에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대한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자세한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30" dirty="0">
                <a:solidFill>
                  <a:srgbClr val="050000"/>
                </a:solidFill>
                <a:latin typeface="나눔명조OTF"/>
                <a:cs typeface="나눔명조OTF"/>
              </a:rPr>
              <a:t>운동방식과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설치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방법에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대해서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설명을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습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16535" indent="-203835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16535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콘텐츠의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전체적인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변경할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항목입니다.</a:t>
            </a:r>
            <a:endParaRPr sz="1000">
              <a:latin typeface="나눔명조OTF"/>
              <a:cs typeface="나눔명조OTF"/>
            </a:endParaRPr>
          </a:p>
          <a:p>
            <a:pPr marL="216535" indent="-203835">
              <a:lnSpc>
                <a:spcPct val="100000"/>
              </a:lnSpc>
              <a:spcBef>
                <a:spcPts val="300"/>
              </a:spcBef>
              <a:buClr>
                <a:srgbClr val="F3A253"/>
              </a:buClr>
              <a:buFont typeface=""/>
              <a:buAutoNum type="arabicPeriod"/>
              <a:tabLst>
                <a:tab pos="216535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플레이어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추가하거나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줄일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  <a:p>
            <a:pPr marL="216535" marR="46990" indent="-203835">
              <a:lnSpc>
                <a:spcPct val="118700"/>
              </a:lnSpc>
              <a:spcBef>
                <a:spcPts val="75"/>
              </a:spcBef>
              <a:buClr>
                <a:srgbClr val="F3A253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운동에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대한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세트를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추가하거나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줄일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있으며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세트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사이의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휴식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시간을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설정 	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  <a:p>
            <a:pPr marL="190500" marR="5080" indent="-177800">
              <a:lnSpc>
                <a:spcPct val="118700"/>
              </a:lnSpc>
              <a:spcBef>
                <a:spcPts val="150"/>
              </a:spcBef>
              <a:buClr>
                <a:srgbClr val="F3A253"/>
              </a:buClr>
              <a:buFont typeface=""/>
              <a:buAutoNum type="arabicPeriod"/>
              <a:tabLst>
                <a:tab pos="190500" algn="l"/>
                <a:tab pos="216535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	운동이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종료되는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기준을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정해주는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항목입니다.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기본적으로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시간,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터치,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시간/터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3가지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방법을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제공해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드리고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  <a:p>
            <a:pPr marL="189865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E99D56"/>
                </a:solidFill>
                <a:latin typeface="나눔바른고딕OTF"/>
                <a:cs typeface="나눔바른고딕OTF"/>
              </a:rPr>
              <a:t>*</a:t>
            </a:r>
            <a:r>
              <a:rPr sz="1000" b="1" spc="-50" dirty="0">
                <a:solidFill>
                  <a:srgbClr val="E99D56"/>
                </a:solidFill>
                <a:latin typeface="나눔바른고딕OTF"/>
                <a:cs typeface="나눔바른고딕OTF"/>
              </a:rPr>
              <a:t> </a:t>
            </a:r>
            <a:r>
              <a:rPr sz="1000" b="1" dirty="0">
                <a:solidFill>
                  <a:srgbClr val="E99D56"/>
                </a:solidFill>
                <a:latin typeface="나눔바른고딕OTF"/>
                <a:cs typeface="나눔바른고딕OTF"/>
              </a:rPr>
              <a:t>시간</a:t>
            </a:r>
            <a:r>
              <a:rPr sz="1000" b="1" spc="25" dirty="0">
                <a:solidFill>
                  <a:srgbClr val="E99D56"/>
                </a:solidFill>
                <a:latin typeface="나눔바른고딕OTF"/>
                <a:cs typeface="나눔바른고딕OTF"/>
              </a:rPr>
              <a:t> </a:t>
            </a:r>
            <a:r>
              <a:rPr sz="1000" dirty="0">
                <a:solidFill>
                  <a:srgbClr val="E99D56"/>
                </a:solidFill>
                <a:latin typeface="나눔명조OTF"/>
                <a:cs typeface="나눔명조OTF"/>
              </a:rPr>
              <a:t>:</a:t>
            </a:r>
            <a:r>
              <a:rPr sz="1000" spc="-55" dirty="0">
                <a:solidFill>
                  <a:srgbClr val="E99D56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운동하는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시간을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항목입니다.</a:t>
            </a:r>
            <a:endParaRPr sz="1000">
              <a:latin typeface="나눔명조OTF"/>
              <a:cs typeface="나눔명조OTF"/>
            </a:endParaRPr>
          </a:p>
          <a:p>
            <a:pPr marL="189865">
              <a:lnSpc>
                <a:spcPct val="100000"/>
              </a:lnSpc>
              <a:spcBef>
                <a:spcPts val="300"/>
              </a:spcBef>
            </a:pPr>
            <a:r>
              <a:rPr sz="1000" b="1" dirty="0">
                <a:solidFill>
                  <a:srgbClr val="E99D56"/>
                </a:solidFill>
                <a:latin typeface="나눔바른고딕OTF"/>
                <a:cs typeface="나눔바른고딕OTF"/>
              </a:rPr>
              <a:t>*</a:t>
            </a:r>
            <a:r>
              <a:rPr sz="1000" b="1" spc="-50" dirty="0">
                <a:solidFill>
                  <a:srgbClr val="E99D56"/>
                </a:solidFill>
                <a:latin typeface="나눔바른고딕OTF"/>
                <a:cs typeface="나눔바른고딕OTF"/>
              </a:rPr>
              <a:t> </a:t>
            </a:r>
            <a:r>
              <a:rPr sz="1000" b="1" dirty="0">
                <a:solidFill>
                  <a:srgbClr val="E99D56"/>
                </a:solidFill>
                <a:latin typeface="나눔바른고딕OTF"/>
                <a:cs typeface="나눔바른고딕OTF"/>
              </a:rPr>
              <a:t>터치</a:t>
            </a:r>
            <a:r>
              <a:rPr sz="1000" b="1" spc="20" dirty="0">
                <a:solidFill>
                  <a:srgbClr val="E99D56"/>
                </a:solidFill>
                <a:latin typeface="나눔바른고딕OTF"/>
                <a:cs typeface="나눔바른고딕OTF"/>
              </a:rPr>
              <a:t> </a:t>
            </a:r>
            <a:r>
              <a:rPr sz="1000" dirty="0">
                <a:solidFill>
                  <a:srgbClr val="E99D56"/>
                </a:solidFill>
                <a:latin typeface="나눔명조OTF"/>
                <a:cs typeface="나눔명조OTF"/>
              </a:rPr>
              <a:t>:</a:t>
            </a:r>
            <a:r>
              <a:rPr sz="1000" spc="-55" dirty="0">
                <a:solidFill>
                  <a:srgbClr val="E99D56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운동기구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터치수를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기준으로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항목입니다.</a:t>
            </a:r>
            <a:endParaRPr sz="1000">
              <a:latin typeface="나눔명조OTF"/>
              <a:cs typeface="나눔명조OTF"/>
            </a:endParaRPr>
          </a:p>
          <a:p>
            <a:pPr marL="937260" marR="155575" indent="-747395">
              <a:lnSpc>
                <a:spcPct val="118800"/>
              </a:lnSpc>
              <a:spcBef>
                <a:spcPts val="75"/>
              </a:spcBef>
            </a:pPr>
            <a:r>
              <a:rPr sz="1000" b="1" dirty="0">
                <a:solidFill>
                  <a:srgbClr val="E99D56"/>
                </a:solidFill>
                <a:latin typeface="나눔바른고딕OTF"/>
                <a:cs typeface="나눔바른고딕OTF"/>
              </a:rPr>
              <a:t>*</a:t>
            </a:r>
            <a:r>
              <a:rPr sz="1000" b="1" spc="-55" dirty="0">
                <a:solidFill>
                  <a:srgbClr val="E99D56"/>
                </a:solidFill>
                <a:latin typeface="나눔바른고딕OTF"/>
                <a:cs typeface="나눔바른고딕OTF"/>
              </a:rPr>
              <a:t> </a:t>
            </a:r>
            <a:r>
              <a:rPr sz="1000" b="1" dirty="0">
                <a:solidFill>
                  <a:srgbClr val="E99D56"/>
                </a:solidFill>
                <a:latin typeface="나눔바른고딕OTF"/>
                <a:cs typeface="나눔바른고딕OTF"/>
              </a:rPr>
              <a:t>시간/터치</a:t>
            </a:r>
            <a:r>
              <a:rPr sz="1000" b="1" spc="15" dirty="0">
                <a:solidFill>
                  <a:srgbClr val="E99D56"/>
                </a:solidFill>
                <a:latin typeface="나눔바른고딕OTF"/>
                <a:cs typeface="나눔바른고딕OTF"/>
              </a:rPr>
              <a:t> </a:t>
            </a:r>
            <a:r>
              <a:rPr sz="1000" dirty="0">
                <a:solidFill>
                  <a:srgbClr val="E99D56"/>
                </a:solidFill>
                <a:latin typeface="나눔명조OTF"/>
                <a:cs typeface="나눔명조OTF"/>
              </a:rPr>
              <a:t>:</a:t>
            </a:r>
            <a:r>
              <a:rPr sz="1000" spc="-60" dirty="0">
                <a:solidFill>
                  <a:srgbClr val="E99D56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시간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혹은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터치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하나라도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만족하게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되면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운동이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종료될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있도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록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항목입니다.</a:t>
            </a:r>
            <a:endParaRPr sz="1000">
              <a:latin typeface="나눔명조OTF"/>
              <a:cs typeface="나눔명조OTF"/>
            </a:endParaRPr>
          </a:p>
          <a:p>
            <a:pPr marL="190500" marR="52069" indent="-177800">
              <a:lnSpc>
                <a:spcPct val="118800"/>
              </a:lnSpc>
              <a:spcBef>
                <a:spcPts val="150"/>
              </a:spcBef>
              <a:buClr>
                <a:srgbClr val="F3A253"/>
              </a:buClr>
              <a:buFont typeface=""/>
              <a:buAutoNum type="arabicPeriod" startAt="4"/>
              <a:tabLst>
                <a:tab pos="190500" algn="l"/>
                <a:tab pos="216535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	운동에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대한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동작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방식을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30" dirty="0">
                <a:solidFill>
                  <a:srgbClr val="050000"/>
                </a:solidFill>
                <a:latin typeface="나눔명조OTF"/>
                <a:cs typeface="나눔명조OTF"/>
              </a:rPr>
              <a:t>항목입니다.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*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만들어진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콘텐츠의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경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우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동작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방식을</a:t>
            </a:r>
            <a:r>
              <a:rPr sz="1000" spc="-4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변경할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없습니다.</a:t>
            </a:r>
            <a:endParaRPr sz="1000">
              <a:latin typeface="나눔명조OTF"/>
              <a:cs typeface="나눔명조OTF"/>
            </a:endParaRPr>
          </a:p>
          <a:p>
            <a:pPr marL="190500" marR="54610" indent="-177800">
              <a:lnSpc>
                <a:spcPct val="118800"/>
              </a:lnSpc>
              <a:spcBef>
                <a:spcPts val="150"/>
              </a:spcBef>
              <a:buClr>
                <a:srgbClr val="F3A253"/>
              </a:buClr>
              <a:buFont typeface=""/>
              <a:buAutoNum type="arabicPeriod" startAt="4"/>
              <a:tabLst>
                <a:tab pos="190500" algn="l"/>
                <a:tab pos="216535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	색상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통해서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불빛을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*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동작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방식에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따라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4372A1"/>
                </a:solidFill>
                <a:latin typeface="나눔명조OTF"/>
                <a:cs typeface="나눔명조OTF"/>
              </a:rPr>
              <a:t>색상설정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방법이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372A1"/>
                </a:solidFill>
                <a:latin typeface="나눔명조OTF"/>
                <a:cs typeface="나눔명조OTF"/>
              </a:rPr>
              <a:t>틀립니다.</a:t>
            </a:r>
            <a:endParaRPr sz="1000">
              <a:latin typeface="나눔명조OTF"/>
              <a:cs typeface="나눔명조OTF"/>
            </a:endParaRPr>
          </a:p>
          <a:p>
            <a:pPr marL="216535" indent="-203835">
              <a:lnSpc>
                <a:spcPct val="100000"/>
              </a:lnSpc>
              <a:spcBef>
                <a:spcPts val="375"/>
              </a:spcBef>
              <a:buClr>
                <a:srgbClr val="F3A253"/>
              </a:buClr>
              <a:buFont typeface=""/>
              <a:buAutoNum type="arabicPeriod" startAt="4"/>
              <a:tabLst>
                <a:tab pos="216535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터치나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레이저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가지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센서를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선택할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000">
              <a:latin typeface="나눔명조OTF"/>
              <a:cs typeface="나눔명조OTF"/>
            </a:endParaRPr>
          </a:p>
          <a:p>
            <a:pPr marL="12700">
              <a:lnSpc>
                <a:spcPct val="100000"/>
              </a:lnSpc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04.</a:t>
            </a:r>
            <a:r>
              <a:rPr sz="1000" b="1" spc="-4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콘텐츠의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전체적인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변경할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항목입니다.</a:t>
            </a:r>
            <a:endParaRPr sz="1000">
              <a:latin typeface="나눔명조OTF"/>
              <a:cs typeface="나눔명조OTF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b="1" spc="-20" dirty="0">
                <a:solidFill>
                  <a:srgbClr val="F3A253"/>
                </a:solidFill>
                <a:latin typeface="나눔바른고딕OTF"/>
                <a:cs typeface="나눔바른고딕OTF"/>
              </a:rPr>
              <a:t>01.</a:t>
            </a:r>
            <a:r>
              <a:rPr sz="1000" b="1" spc="-40" dirty="0">
                <a:solidFill>
                  <a:srgbClr val="F3A253"/>
                </a:solidFill>
                <a:latin typeface="나눔바른고딕OTF"/>
                <a:cs typeface="나눔바른고딕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터치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및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레이저의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1단계부터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15단계까지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센서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민감도를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조절할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  <a:p>
            <a:pPr marL="225425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*</a:t>
            </a:r>
            <a:r>
              <a:rPr sz="1000" spc="-4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레이저</a:t>
            </a:r>
            <a:r>
              <a:rPr sz="1000" spc="-4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센서의</a:t>
            </a:r>
            <a:r>
              <a:rPr sz="1000" spc="-4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경우</a:t>
            </a:r>
            <a:r>
              <a:rPr sz="1000" spc="-4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30" dirty="0">
                <a:solidFill>
                  <a:srgbClr val="4372A1"/>
                </a:solidFill>
                <a:latin typeface="나눔명조OTF"/>
                <a:cs typeface="나눔명조OTF"/>
              </a:rPr>
              <a:t>3~45cm까지</a:t>
            </a:r>
            <a:r>
              <a:rPr sz="1000" spc="-4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설정할</a:t>
            </a:r>
            <a:r>
              <a:rPr sz="1000" spc="-4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  <a:p>
            <a:pPr marL="190500" marR="269240" indent="-177800">
              <a:lnSpc>
                <a:spcPct val="118800"/>
              </a:lnSpc>
              <a:spcBef>
                <a:spcPts val="150"/>
              </a:spcBef>
              <a:buClr>
                <a:srgbClr val="F3A253"/>
              </a:buClr>
              <a:buFont typeface=""/>
              <a:buAutoNum type="arabicPeriod" startAt="2"/>
              <a:tabLst>
                <a:tab pos="190500" algn="l"/>
                <a:tab pos="216535" algn="l"/>
              </a:tabLst>
            </a:pP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LED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수동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발신을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설정하시면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시작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수동으로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불빛을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점등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시킬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수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  <a:p>
            <a:pPr marL="216535" marR="48260" indent="-203835">
              <a:lnSpc>
                <a:spcPct val="121900"/>
              </a:lnSpc>
              <a:spcBef>
                <a:spcPts val="110"/>
              </a:spcBef>
              <a:buClr>
                <a:srgbClr val="F3A253"/>
              </a:buClr>
              <a:buFont typeface=""/>
              <a:buAutoNum type="arabicPeriod" startAt="2"/>
              <a:tabLst>
                <a:tab pos="226060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불빛이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유지되는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시간을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만약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시간동안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불빛을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끄 	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지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못했다면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불이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꺼집니다.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*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시간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안에</a:t>
            </a:r>
            <a:r>
              <a:rPr sz="1000" spc="-5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불빛을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끄지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못하면</a:t>
            </a:r>
            <a:r>
              <a:rPr sz="1000" spc="-5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미스터치로 	카운터가</a:t>
            </a:r>
            <a:r>
              <a:rPr sz="1000" spc="-6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372A1"/>
                </a:solidFill>
                <a:latin typeface="나눔명조OTF"/>
                <a:cs typeface="나눔명조OTF"/>
              </a:rPr>
              <a:t>됩니다.</a:t>
            </a:r>
            <a:endParaRPr sz="1000">
              <a:latin typeface="나눔명조OTF"/>
              <a:cs typeface="나눔명조OTF"/>
            </a:endParaRPr>
          </a:p>
          <a:p>
            <a:pPr marL="216535" marR="15240" indent="-203835">
              <a:lnSpc>
                <a:spcPct val="125000"/>
              </a:lnSpc>
              <a:spcBef>
                <a:spcPts val="75"/>
              </a:spcBef>
              <a:buClr>
                <a:srgbClr val="F3A253"/>
              </a:buClr>
              <a:buFont typeface=""/>
              <a:buAutoNum type="arabicPeriod" startAt="2"/>
              <a:tabLst>
                <a:tab pos="226060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탭에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다음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불빛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신호를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주기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전에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대기하는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시간입니다.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특정한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시간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또는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랜덤 	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범위로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지정할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AutoNum type="arabicPeriod" startAt="2"/>
            </a:pPr>
            <a:endParaRPr sz="1000">
              <a:latin typeface="나눔명조OTF"/>
              <a:cs typeface="나눔명조OTF"/>
            </a:endParaRPr>
          </a:p>
          <a:p>
            <a:pPr marL="216535" indent="-203835">
              <a:lnSpc>
                <a:spcPct val="100000"/>
              </a:lnSpc>
              <a:buClr>
                <a:srgbClr val="447AB2"/>
              </a:buClr>
              <a:buFont typeface=""/>
              <a:buAutoNum type="arabicPeriod" startAt="2"/>
              <a:tabLst>
                <a:tab pos="216535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필요한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연결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확인할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  <a:p>
            <a:pPr marL="190500" marR="19050" indent="-177800">
              <a:lnSpc>
                <a:spcPct val="210400"/>
              </a:lnSpc>
              <a:spcBef>
                <a:spcPts val="75"/>
              </a:spcBef>
              <a:buClr>
                <a:srgbClr val="447AB2"/>
              </a:buClr>
              <a:buFont typeface=""/>
              <a:buAutoNum type="arabicPeriod" startAt="2"/>
              <a:tabLst>
                <a:tab pos="190500" algn="l"/>
                <a:tab pos="216535" algn="l"/>
              </a:tabLst>
            </a:pP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플레이어당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늘리거나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줄일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*</a:t>
            </a:r>
            <a:r>
              <a:rPr sz="1000" spc="-4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탭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수를</a:t>
            </a:r>
            <a:r>
              <a:rPr sz="1000" spc="-4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수정하게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되면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4372A1"/>
                </a:solidFill>
                <a:latin typeface="나눔명조OTF"/>
                <a:cs typeface="나눔명조OTF"/>
              </a:rPr>
              <a:t>일부 </a:t>
            </a:r>
            <a:r>
              <a:rPr sz="1000" spc="-20" dirty="0">
                <a:solidFill>
                  <a:srgbClr val="4372A1"/>
                </a:solidFill>
                <a:latin typeface="나눔명조OTF"/>
                <a:cs typeface="나눔명조OTF"/>
              </a:rPr>
              <a:t>콘텐츠들의</a:t>
            </a:r>
            <a:r>
              <a:rPr sz="1000" spc="-5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경우</a:t>
            </a:r>
            <a:r>
              <a:rPr sz="1000" spc="-4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색상</a:t>
            </a:r>
            <a:r>
              <a:rPr sz="1000" spc="-4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설정을</a:t>
            </a:r>
            <a:r>
              <a:rPr sz="1000" spc="-4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다시</a:t>
            </a:r>
            <a:r>
              <a:rPr sz="1000" spc="-4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372A1"/>
                </a:solidFill>
                <a:latin typeface="나눔명조OTF"/>
                <a:cs typeface="나눔명조OTF"/>
              </a:rPr>
              <a:t>설정해줘야</a:t>
            </a:r>
            <a:r>
              <a:rPr sz="1000" spc="-4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372A1"/>
                </a:solidFill>
                <a:latin typeface="나눔명조OTF"/>
                <a:cs typeface="나눔명조OTF"/>
              </a:rPr>
              <a:t>합니다.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AutoNum type="arabicPeriod" startAt="2"/>
            </a:pPr>
            <a:endParaRPr sz="1000">
              <a:latin typeface="나눔명조OTF"/>
              <a:cs typeface="나눔명조OTF"/>
            </a:endParaRPr>
          </a:p>
          <a:p>
            <a:pPr marL="216535" indent="-203835">
              <a:lnSpc>
                <a:spcPct val="100000"/>
              </a:lnSpc>
              <a:buClr>
                <a:srgbClr val="447AB2"/>
              </a:buClr>
              <a:buFont typeface=""/>
              <a:buAutoNum type="arabicPeriod" startAt="2"/>
              <a:tabLst>
                <a:tab pos="216535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플레이어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이름을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누르면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순서대로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불빛이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차례로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나옵니다.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AutoNum type="arabicPeriod" startAt="2"/>
            </a:pPr>
            <a:endParaRPr sz="1000">
              <a:latin typeface="나눔명조OTF"/>
              <a:cs typeface="나눔명조OTF"/>
            </a:endParaRPr>
          </a:p>
          <a:p>
            <a:pPr marL="216535" indent="-203835">
              <a:lnSpc>
                <a:spcPct val="100000"/>
              </a:lnSpc>
              <a:buClr>
                <a:srgbClr val="447AB2"/>
              </a:buClr>
              <a:buFont typeface=""/>
              <a:buAutoNum type="arabicPeriod" startAt="2"/>
              <a:tabLst>
                <a:tab pos="216535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훈련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시작하기를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누르면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게임이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시작됩니다.</a:t>
            </a:r>
            <a:endParaRPr sz="1000">
              <a:latin typeface="나눔명조OTF"/>
              <a:cs typeface="나눔명조OTF"/>
            </a:endParaRPr>
          </a:p>
          <a:p>
            <a:pPr marL="12700" marR="87630" indent="203835">
              <a:lnSpc>
                <a:spcPct val="210400"/>
              </a:lnSpc>
              <a:spcBef>
                <a:spcPts val="75"/>
              </a:spcBef>
              <a:buClr>
                <a:srgbClr val="447AB2"/>
              </a:buClr>
              <a:buFont typeface=""/>
              <a:buAutoNum type="arabicPeriod" startAt="2"/>
              <a:tabLst>
                <a:tab pos="216535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수정한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내용을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저장할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676A8"/>
                </a:solidFill>
                <a:latin typeface="나눔명조OTF"/>
                <a:cs typeface="나눔명조OTF"/>
              </a:rPr>
              <a:t>*</a:t>
            </a:r>
            <a:r>
              <a:rPr sz="1000" spc="-45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676A8"/>
                </a:solidFill>
                <a:latin typeface="나눔명조OTF"/>
                <a:cs typeface="나눔명조OTF"/>
              </a:rPr>
              <a:t>저장된</a:t>
            </a:r>
            <a:r>
              <a:rPr sz="1000" spc="-45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676A8"/>
                </a:solidFill>
                <a:latin typeface="나눔명조OTF"/>
                <a:cs typeface="나눔명조OTF"/>
              </a:rPr>
              <a:t>내용으로</a:t>
            </a:r>
            <a:r>
              <a:rPr sz="1000" spc="-45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676A8"/>
                </a:solidFill>
                <a:latin typeface="나눔명조OTF"/>
                <a:cs typeface="나눔명조OTF"/>
              </a:rPr>
              <a:t>새로운</a:t>
            </a:r>
            <a:r>
              <a:rPr sz="1000" spc="-45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676A8"/>
                </a:solidFill>
                <a:latin typeface="나눔명조OTF"/>
                <a:cs typeface="나눔명조OTF"/>
              </a:rPr>
              <a:t>프로그램이</a:t>
            </a:r>
            <a:r>
              <a:rPr sz="1000" spc="-45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000" spc="-50" dirty="0">
                <a:solidFill>
                  <a:srgbClr val="4676A8"/>
                </a:solidFill>
                <a:latin typeface="나눔명조OTF"/>
                <a:cs typeface="나눔명조OTF"/>
              </a:rPr>
              <a:t>생 </a:t>
            </a:r>
            <a:r>
              <a:rPr sz="1000" spc="-10" dirty="0">
                <a:solidFill>
                  <a:srgbClr val="4676A8"/>
                </a:solidFill>
                <a:latin typeface="나눔명조OTF"/>
                <a:cs typeface="나눔명조OTF"/>
              </a:rPr>
              <a:t>성됩니다.</a:t>
            </a:r>
            <a:endParaRPr sz="1000">
              <a:latin typeface="나눔명조OTF"/>
              <a:cs typeface="나눔명조OTF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09347" y="6407480"/>
            <a:ext cx="1813047" cy="368468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35299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10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482795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11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64699" y="10252781"/>
            <a:ext cx="134556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3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02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제품사용방법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024752" y="10252781"/>
            <a:ext cx="133985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5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제품사용방법</a:t>
            </a:r>
            <a:r>
              <a:rPr sz="1100" b="0" spc="-3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8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8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2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02</a:t>
            </a:r>
            <a:endParaRPr sz="1100">
              <a:latin typeface="나눔바른고딕OTF Light"/>
              <a:cs typeface="나눔바른고딕OTF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92804" y="3689655"/>
            <a:ext cx="2635250" cy="681990"/>
            <a:chOff x="4492804" y="3689655"/>
            <a:chExt cx="2635250" cy="681990"/>
          </a:xfrm>
        </p:grpSpPr>
        <p:sp>
          <p:nvSpPr>
            <p:cNvPr id="3" name="object 3"/>
            <p:cNvSpPr/>
            <p:nvPr/>
          </p:nvSpPr>
          <p:spPr>
            <a:xfrm>
              <a:off x="4492804" y="3739503"/>
              <a:ext cx="2635250" cy="631825"/>
            </a:xfrm>
            <a:custGeom>
              <a:avLst/>
              <a:gdLst/>
              <a:ahLst/>
              <a:cxnLst/>
              <a:rect l="l" t="t" r="r" b="b"/>
              <a:pathLst>
                <a:path w="2635249" h="631825">
                  <a:moveTo>
                    <a:pt x="2563202" y="0"/>
                  </a:moveTo>
                  <a:lnTo>
                    <a:pt x="71996" y="0"/>
                  </a:lnTo>
                  <a:lnTo>
                    <a:pt x="43971" y="5657"/>
                  </a:lnTo>
                  <a:lnTo>
                    <a:pt x="21086" y="21086"/>
                  </a:lnTo>
                  <a:lnTo>
                    <a:pt x="5657" y="43971"/>
                  </a:lnTo>
                  <a:lnTo>
                    <a:pt x="0" y="71996"/>
                  </a:lnTo>
                  <a:lnTo>
                    <a:pt x="0" y="559803"/>
                  </a:lnTo>
                  <a:lnTo>
                    <a:pt x="5657" y="587828"/>
                  </a:lnTo>
                  <a:lnTo>
                    <a:pt x="21086" y="610712"/>
                  </a:lnTo>
                  <a:lnTo>
                    <a:pt x="43971" y="626141"/>
                  </a:lnTo>
                  <a:lnTo>
                    <a:pt x="71996" y="631799"/>
                  </a:lnTo>
                  <a:lnTo>
                    <a:pt x="2563202" y="631799"/>
                  </a:lnTo>
                  <a:lnTo>
                    <a:pt x="2591227" y="626141"/>
                  </a:lnTo>
                  <a:lnTo>
                    <a:pt x="2614112" y="610712"/>
                  </a:lnTo>
                  <a:lnTo>
                    <a:pt x="2629541" y="587828"/>
                  </a:lnTo>
                  <a:lnTo>
                    <a:pt x="2635199" y="559803"/>
                  </a:lnTo>
                  <a:lnTo>
                    <a:pt x="2635199" y="71996"/>
                  </a:lnTo>
                  <a:lnTo>
                    <a:pt x="2629541" y="43971"/>
                  </a:lnTo>
                  <a:lnTo>
                    <a:pt x="2614112" y="21086"/>
                  </a:lnTo>
                  <a:lnTo>
                    <a:pt x="2591227" y="5657"/>
                  </a:lnTo>
                  <a:lnTo>
                    <a:pt x="2563202" y="0"/>
                  </a:lnTo>
                  <a:close/>
                </a:path>
              </a:pathLst>
            </a:custGeom>
            <a:solidFill>
              <a:srgbClr val="F4F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92804" y="3689655"/>
              <a:ext cx="2635250" cy="217804"/>
            </a:xfrm>
            <a:custGeom>
              <a:avLst/>
              <a:gdLst/>
              <a:ahLst/>
              <a:cxnLst/>
              <a:rect l="l" t="t" r="r" b="b"/>
              <a:pathLst>
                <a:path w="2635250" h="217804">
                  <a:moveTo>
                    <a:pt x="2526360" y="0"/>
                  </a:moveTo>
                  <a:lnTo>
                    <a:pt x="108826" y="0"/>
                  </a:lnTo>
                  <a:lnTo>
                    <a:pt x="66463" y="8553"/>
                  </a:lnTo>
                  <a:lnTo>
                    <a:pt x="31872" y="31876"/>
                  </a:lnTo>
                  <a:lnTo>
                    <a:pt x="8551" y="66469"/>
                  </a:lnTo>
                  <a:lnTo>
                    <a:pt x="0" y="108826"/>
                  </a:lnTo>
                  <a:lnTo>
                    <a:pt x="8551" y="151190"/>
                  </a:lnTo>
                  <a:lnTo>
                    <a:pt x="31872" y="185786"/>
                  </a:lnTo>
                  <a:lnTo>
                    <a:pt x="66463" y="209112"/>
                  </a:lnTo>
                  <a:lnTo>
                    <a:pt x="108826" y="217665"/>
                  </a:lnTo>
                  <a:lnTo>
                    <a:pt x="2526360" y="217665"/>
                  </a:lnTo>
                  <a:lnTo>
                    <a:pt x="2568724" y="209112"/>
                  </a:lnTo>
                  <a:lnTo>
                    <a:pt x="2603320" y="185786"/>
                  </a:lnTo>
                  <a:lnTo>
                    <a:pt x="2626645" y="151190"/>
                  </a:lnTo>
                  <a:lnTo>
                    <a:pt x="2635199" y="108826"/>
                  </a:lnTo>
                  <a:lnTo>
                    <a:pt x="2626645" y="66469"/>
                  </a:lnTo>
                  <a:lnTo>
                    <a:pt x="2603320" y="31877"/>
                  </a:lnTo>
                  <a:lnTo>
                    <a:pt x="2568724" y="8553"/>
                  </a:lnTo>
                  <a:lnTo>
                    <a:pt x="2526360" y="0"/>
                  </a:lnTo>
                  <a:close/>
                </a:path>
              </a:pathLst>
            </a:custGeom>
            <a:solidFill>
              <a:srgbClr val="9CB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793703" y="3689655"/>
            <a:ext cx="2635250" cy="681990"/>
            <a:chOff x="1793703" y="3689655"/>
            <a:chExt cx="2635250" cy="681990"/>
          </a:xfrm>
        </p:grpSpPr>
        <p:sp>
          <p:nvSpPr>
            <p:cNvPr id="6" name="object 6"/>
            <p:cNvSpPr/>
            <p:nvPr/>
          </p:nvSpPr>
          <p:spPr>
            <a:xfrm>
              <a:off x="1793703" y="3739503"/>
              <a:ext cx="2635250" cy="631825"/>
            </a:xfrm>
            <a:custGeom>
              <a:avLst/>
              <a:gdLst/>
              <a:ahLst/>
              <a:cxnLst/>
              <a:rect l="l" t="t" r="r" b="b"/>
              <a:pathLst>
                <a:path w="2635250" h="631825">
                  <a:moveTo>
                    <a:pt x="2563190" y="0"/>
                  </a:moveTo>
                  <a:lnTo>
                    <a:pt x="71996" y="0"/>
                  </a:lnTo>
                  <a:lnTo>
                    <a:pt x="43971" y="5657"/>
                  </a:lnTo>
                  <a:lnTo>
                    <a:pt x="21086" y="21086"/>
                  </a:lnTo>
                  <a:lnTo>
                    <a:pt x="5657" y="43971"/>
                  </a:lnTo>
                  <a:lnTo>
                    <a:pt x="0" y="71996"/>
                  </a:lnTo>
                  <a:lnTo>
                    <a:pt x="0" y="559803"/>
                  </a:lnTo>
                  <a:lnTo>
                    <a:pt x="5657" y="587828"/>
                  </a:lnTo>
                  <a:lnTo>
                    <a:pt x="21086" y="610712"/>
                  </a:lnTo>
                  <a:lnTo>
                    <a:pt x="43971" y="626141"/>
                  </a:lnTo>
                  <a:lnTo>
                    <a:pt x="71996" y="631799"/>
                  </a:lnTo>
                  <a:lnTo>
                    <a:pt x="2563190" y="631799"/>
                  </a:lnTo>
                  <a:lnTo>
                    <a:pt x="2591222" y="626141"/>
                  </a:lnTo>
                  <a:lnTo>
                    <a:pt x="2614110" y="610712"/>
                  </a:lnTo>
                  <a:lnTo>
                    <a:pt x="2629541" y="587828"/>
                  </a:lnTo>
                  <a:lnTo>
                    <a:pt x="2635199" y="559803"/>
                  </a:lnTo>
                  <a:lnTo>
                    <a:pt x="2635199" y="71996"/>
                  </a:lnTo>
                  <a:lnTo>
                    <a:pt x="2629541" y="43971"/>
                  </a:lnTo>
                  <a:lnTo>
                    <a:pt x="2614110" y="21086"/>
                  </a:lnTo>
                  <a:lnTo>
                    <a:pt x="2591222" y="5657"/>
                  </a:lnTo>
                  <a:lnTo>
                    <a:pt x="2563190" y="0"/>
                  </a:lnTo>
                  <a:close/>
                </a:path>
              </a:pathLst>
            </a:custGeom>
            <a:solidFill>
              <a:srgbClr val="F4F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93704" y="3689655"/>
              <a:ext cx="2635250" cy="217804"/>
            </a:xfrm>
            <a:custGeom>
              <a:avLst/>
              <a:gdLst/>
              <a:ahLst/>
              <a:cxnLst/>
              <a:rect l="l" t="t" r="r" b="b"/>
              <a:pathLst>
                <a:path w="2635250" h="217804">
                  <a:moveTo>
                    <a:pt x="2526360" y="0"/>
                  </a:moveTo>
                  <a:lnTo>
                    <a:pt x="108826" y="0"/>
                  </a:lnTo>
                  <a:lnTo>
                    <a:pt x="66463" y="8553"/>
                  </a:lnTo>
                  <a:lnTo>
                    <a:pt x="31872" y="31876"/>
                  </a:lnTo>
                  <a:lnTo>
                    <a:pt x="8551" y="66469"/>
                  </a:lnTo>
                  <a:lnTo>
                    <a:pt x="0" y="108826"/>
                  </a:lnTo>
                  <a:lnTo>
                    <a:pt x="8551" y="151190"/>
                  </a:lnTo>
                  <a:lnTo>
                    <a:pt x="31872" y="185786"/>
                  </a:lnTo>
                  <a:lnTo>
                    <a:pt x="66463" y="209112"/>
                  </a:lnTo>
                  <a:lnTo>
                    <a:pt x="108826" y="217665"/>
                  </a:lnTo>
                  <a:lnTo>
                    <a:pt x="2526360" y="217665"/>
                  </a:lnTo>
                  <a:lnTo>
                    <a:pt x="2568724" y="209112"/>
                  </a:lnTo>
                  <a:lnTo>
                    <a:pt x="2603320" y="185786"/>
                  </a:lnTo>
                  <a:lnTo>
                    <a:pt x="2626645" y="151190"/>
                  </a:lnTo>
                  <a:lnTo>
                    <a:pt x="2635199" y="108826"/>
                  </a:lnTo>
                  <a:lnTo>
                    <a:pt x="2626645" y="66469"/>
                  </a:lnTo>
                  <a:lnTo>
                    <a:pt x="2603320" y="31877"/>
                  </a:lnTo>
                  <a:lnTo>
                    <a:pt x="2568724" y="8553"/>
                  </a:lnTo>
                  <a:lnTo>
                    <a:pt x="2526360" y="0"/>
                  </a:lnTo>
                  <a:close/>
                </a:path>
              </a:pathLst>
            </a:custGeom>
            <a:solidFill>
              <a:srgbClr val="9CB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492804" y="2673004"/>
            <a:ext cx="2635250" cy="681990"/>
            <a:chOff x="4492804" y="2673004"/>
            <a:chExt cx="2635250" cy="681990"/>
          </a:xfrm>
        </p:grpSpPr>
        <p:sp>
          <p:nvSpPr>
            <p:cNvPr id="9" name="object 9"/>
            <p:cNvSpPr/>
            <p:nvPr/>
          </p:nvSpPr>
          <p:spPr>
            <a:xfrm>
              <a:off x="4492804" y="2722853"/>
              <a:ext cx="2635250" cy="631825"/>
            </a:xfrm>
            <a:custGeom>
              <a:avLst/>
              <a:gdLst/>
              <a:ahLst/>
              <a:cxnLst/>
              <a:rect l="l" t="t" r="r" b="b"/>
              <a:pathLst>
                <a:path w="2635249" h="631825">
                  <a:moveTo>
                    <a:pt x="2563202" y="0"/>
                  </a:moveTo>
                  <a:lnTo>
                    <a:pt x="71996" y="0"/>
                  </a:lnTo>
                  <a:lnTo>
                    <a:pt x="43971" y="5657"/>
                  </a:lnTo>
                  <a:lnTo>
                    <a:pt x="21086" y="21086"/>
                  </a:lnTo>
                  <a:lnTo>
                    <a:pt x="5657" y="43971"/>
                  </a:lnTo>
                  <a:lnTo>
                    <a:pt x="0" y="71996"/>
                  </a:lnTo>
                  <a:lnTo>
                    <a:pt x="0" y="559803"/>
                  </a:lnTo>
                  <a:lnTo>
                    <a:pt x="5657" y="587828"/>
                  </a:lnTo>
                  <a:lnTo>
                    <a:pt x="21086" y="610712"/>
                  </a:lnTo>
                  <a:lnTo>
                    <a:pt x="43971" y="626141"/>
                  </a:lnTo>
                  <a:lnTo>
                    <a:pt x="71996" y="631799"/>
                  </a:lnTo>
                  <a:lnTo>
                    <a:pt x="2563202" y="631799"/>
                  </a:lnTo>
                  <a:lnTo>
                    <a:pt x="2591227" y="626141"/>
                  </a:lnTo>
                  <a:lnTo>
                    <a:pt x="2614112" y="610712"/>
                  </a:lnTo>
                  <a:lnTo>
                    <a:pt x="2629541" y="587828"/>
                  </a:lnTo>
                  <a:lnTo>
                    <a:pt x="2635199" y="559803"/>
                  </a:lnTo>
                  <a:lnTo>
                    <a:pt x="2635199" y="71996"/>
                  </a:lnTo>
                  <a:lnTo>
                    <a:pt x="2629541" y="43971"/>
                  </a:lnTo>
                  <a:lnTo>
                    <a:pt x="2614112" y="21086"/>
                  </a:lnTo>
                  <a:lnTo>
                    <a:pt x="2591227" y="5657"/>
                  </a:lnTo>
                  <a:lnTo>
                    <a:pt x="2563202" y="0"/>
                  </a:lnTo>
                  <a:close/>
                </a:path>
              </a:pathLst>
            </a:custGeom>
            <a:solidFill>
              <a:srgbClr val="F4F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92804" y="2673004"/>
              <a:ext cx="2635250" cy="217804"/>
            </a:xfrm>
            <a:custGeom>
              <a:avLst/>
              <a:gdLst/>
              <a:ahLst/>
              <a:cxnLst/>
              <a:rect l="l" t="t" r="r" b="b"/>
              <a:pathLst>
                <a:path w="2635250" h="217805">
                  <a:moveTo>
                    <a:pt x="2526360" y="0"/>
                  </a:moveTo>
                  <a:lnTo>
                    <a:pt x="108826" y="0"/>
                  </a:lnTo>
                  <a:lnTo>
                    <a:pt x="66463" y="8553"/>
                  </a:lnTo>
                  <a:lnTo>
                    <a:pt x="31872" y="31876"/>
                  </a:lnTo>
                  <a:lnTo>
                    <a:pt x="8551" y="66469"/>
                  </a:lnTo>
                  <a:lnTo>
                    <a:pt x="0" y="108826"/>
                  </a:lnTo>
                  <a:lnTo>
                    <a:pt x="8551" y="151190"/>
                  </a:lnTo>
                  <a:lnTo>
                    <a:pt x="31872" y="185786"/>
                  </a:lnTo>
                  <a:lnTo>
                    <a:pt x="66463" y="209112"/>
                  </a:lnTo>
                  <a:lnTo>
                    <a:pt x="108826" y="217665"/>
                  </a:lnTo>
                  <a:lnTo>
                    <a:pt x="2526360" y="217665"/>
                  </a:lnTo>
                  <a:lnTo>
                    <a:pt x="2568724" y="209112"/>
                  </a:lnTo>
                  <a:lnTo>
                    <a:pt x="2603320" y="185786"/>
                  </a:lnTo>
                  <a:lnTo>
                    <a:pt x="2626645" y="151190"/>
                  </a:lnTo>
                  <a:lnTo>
                    <a:pt x="2635199" y="108826"/>
                  </a:lnTo>
                  <a:lnTo>
                    <a:pt x="2626645" y="66469"/>
                  </a:lnTo>
                  <a:lnTo>
                    <a:pt x="2603320" y="31877"/>
                  </a:lnTo>
                  <a:lnTo>
                    <a:pt x="2568724" y="8553"/>
                  </a:lnTo>
                  <a:lnTo>
                    <a:pt x="2526360" y="0"/>
                  </a:lnTo>
                  <a:close/>
                </a:path>
              </a:pathLst>
            </a:custGeom>
            <a:solidFill>
              <a:srgbClr val="9CB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793703" y="2673004"/>
            <a:ext cx="2635250" cy="681990"/>
            <a:chOff x="1793703" y="2673004"/>
            <a:chExt cx="2635250" cy="681990"/>
          </a:xfrm>
        </p:grpSpPr>
        <p:sp>
          <p:nvSpPr>
            <p:cNvPr id="12" name="object 12"/>
            <p:cNvSpPr/>
            <p:nvPr/>
          </p:nvSpPr>
          <p:spPr>
            <a:xfrm>
              <a:off x="1793703" y="2722853"/>
              <a:ext cx="2635250" cy="631825"/>
            </a:xfrm>
            <a:custGeom>
              <a:avLst/>
              <a:gdLst/>
              <a:ahLst/>
              <a:cxnLst/>
              <a:rect l="l" t="t" r="r" b="b"/>
              <a:pathLst>
                <a:path w="2635250" h="631825">
                  <a:moveTo>
                    <a:pt x="2563190" y="0"/>
                  </a:moveTo>
                  <a:lnTo>
                    <a:pt x="71996" y="0"/>
                  </a:lnTo>
                  <a:lnTo>
                    <a:pt x="43971" y="5657"/>
                  </a:lnTo>
                  <a:lnTo>
                    <a:pt x="21086" y="21086"/>
                  </a:lnTo>
                  <a:lnTo>
                    <a:pt x="5657" y="43971"/>
                  </a:lnTo>
                  <a:lnTo>
                    <a:pt x="0" y="71996"/>
                  </a:lnTo>
                  <a:lnTo>
                    <a:pt x="0" y="559803"/>
                  </a:lnTo>
                  <a:lnTo>
                    <a:pt x="5657" y="587828"/>
                  </a:lnTo>
                  <a:lnTo>
                    <a:pt x="21086" y="610712"/>
                  </a:lnTo>
                  <a:lnTo>
                    <a:pt x="43971" y="626141"/>
                  </a:lnTo>
                  <a:lnTo>
                    <a:pt x="71996" y="631799"/>
                  </a:lnTo>
                  <a:lnTo>
                    <a:pt x="2563190" y="631799"/>
                  </a:lnTo>
                  <a:lnTo>
                    <a:pt x="2591222" y="626141"/>
                  </a:lnTo>
                  <a:lnTo>
                    <a:pt x="2614110" y="610712"/>
                  </a:lnTo>
                  <a:lnTo>
                    <a:pt x="2629541" y="587828"/>
                  </a:lnTo>
                  <a:lnTo>
                    <a:pt x="2635199" y="559803"/>
                  </a:lnTo>
                  <a:lnTo>
                    <a:pt x="2635199" y="71996"/>
                  </a:lnTo>
                  <a:lnTo>
                    <a:pt x="2629541" y="43971"/>
                  </a:lnTo>
                  <a:lnTo>
                    <a:pt x="2614110" y="21086"/>
                  </a:lnTo>
                  <a:lnTo>
                    <a:pt x="2591222" y="5657"/>
                  </a:lnTo>
                  <a:lnTo>
                    <a:pt x="2563190" y="0"/>
                  </a:lnTo>
                  <a:close/>
                </a:path>
              </a:pathLst>
            </a:custGeom>
            <a:solidFill>
              <a:srgbClr val="F4F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93704" y="2673004"/>
              <a:ext cx="2635250" cy="217804"/>
            </a:xfrm>
            <a:custGeom>
              <a:avLst/>
              <a:gdLst/>
              <a:ahLst/>
              <a:cxnLst/>
              <a:rect l="l" t="t" r="r" b="b"/>
              <a:pathLst>
                <a:path w="2635250" h="217805">
                  <a:moveTo>
                    <a:pt x="2526360" y="0"/>
                  </a:moveTo>
                  <a:lnTo>
                    <a:pt x="108826" y="0"/>
                  </a:lnTo>
                  <a:lnTo>
                    <a:pt x="66463" y="8553"/>
                  </a:lnTo>
                  <a:lnTo>
                    <a:pt x="31872" y="31876"/>
                  </a:lnTo>
                  <a:lnTo>
                    <a:pt x="8551" y="66469"/>
                  </a:lnTo>
                  <a:lnTo>
                    <a:pt x="0" y="108826"/>
                  </a:lnTo>
                  <a:lnTo>
                    <a:pt x="8551" y="151190"/>
                  </a:lnTo>
                  <a:lnTo>
                    <a:pt x="31872" y="185786"/>
                  </a:lnTo>
                  <a:lnTo>
                    <a:pt x="66463" y="209112"/>
                  </a:lnTo>
                  <a:lnTo>
                    <a:pt x="108826" y="217665"/>
                  </a:lnTo>
                  <a:lnTo>
                    <a:pt x="2526360" y="217665"/>
                  </a:lnTo>
                  <a:lnTo>
                    <a:pt x="2568724" y="209112"/>
                  </a:lnTo>
                  <a:lnTo>
                    <a:pt x="2603320" y="185786"/>
                  </a:lnTo>
                  <a:lnTo>
                    <a:pt x="2626645" y="151190"/>
                  </a:lnTo>
                  <a:lnTo>
                    <a:pt x="2635199" y="108826"/>
                  </a:lnTo>
                  <a:lnTo>
                    <a:pt x="2626645" y="66469"/>
                  </a:lnTo>
                  <a:lnTo>
                    <a:pt x="2603320" y="31877"/>
                  </a:lnTo>
                  <a:lnTo>
                    <a:pt x="2568724" y="8553"/>
                  </a:lnTo>
                  <a:lnTo>
                    <a:pt x="2526360" y="0"/>
                  </a:lnTo>
                  <a:close/>
                </a:path>
              </a:pathLst>
            </a:custGeom>
            <a:solidFill>
              <a:srgbClr val="9CB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492804" y="4706304"/>
            <a:ext cx="2635250" cy="681990"/>
            <a:chOff x="4492804" y="4706304"/>
            <a:chExt cx="2635250" cy="681990"/>
          </a:xfrm>
        </p:grpSpPr>
        <p:sp>
          <p:nvSpPr>
            <p:cNvPr id="15" name="object 15"/>
            <p:cNvSpPr/>
            <p:nvPr/>
          </p:nvSpPr>
          <p:spPr>
            <a:xfrm>
              <a:off x="4492804" y="4756153"/>
              <a:ext cx="2635250" cy="631825"/>
            </a:xfrm>
            <a:custGeom>
              <a:avLst/>
              <a:gdLst/>
              <a:ahLst/>
              <a:cxnLst/>
              <a:rect l="l" t="t" r="r" b="b"/>
              <a:pathLst>
                <a:path w="2635249" h="631825">
                  <a:moveTo>
                    <a:pt x="2563202" y="0"/>
                  </a:moveTo>
                  <a:lnTo>
                    <a:pt x="71996" y="0"/>
                  </a:lnTo>
                  <a:lnTo>
                    <a:pt x="43971" y="5657"/>
                  </a:lnTo>
                  <a:lnTo>
                    <a:pt x="21086" y="21086"/>
                  </a:lnTo>
                  <a:lnTo>
                    <a:pt x="5657" y="43971"/>
                  </a:lnTo>
                  <a:lnTo>
                    <a:pt x="0" y="71996"/>
                  </a:lnTo>
                  <a:lnTo>
                    <a:pt x="0" y="559803"/>
                  </a:lnTo>
                  <a:lnTo>
                    <a:pt x="5657" y="587828"/>
                  </a:lnTo>
                  <a:lnTo>
                    <a:pt x="21086" y="610712"/>
                  </a:lnTo>
                  <a:lnTo>
                    <a:pt x="43971" y="626141"/>
                  </a:lnTo>
                  <a:lnTo>
                    <a:pt x="71996" y="631799"/>
                  </a:lnTo>
                  <a:lnTo>
                    <a:pt x="2563202" y="631799"/>
                  </a:lnTo>
                  <a:lnTo>
                    <a:pt x="2591227" y="626141"/>
                  </a:lnTo>
                  <a:lnTo>
                    <a:pt x="2614112" y="610712"/>
                  </a:lnTo>
                  <a:lnTo>
                    <a:pt x="2629541" y="587828"/>
                  </a:lnTo>
                  <a:lnTo>
                    <a:pt x="2635199" y="559803"/>
                  </a:lnTo>
                  <a:lnTo>
                    <a:pt x="2635199" y="71996"/>
                  </a:lnTo>
                  <a:lnTo>
                    <a:pt x="2629541" y="43971"/>
                  </a:lnTo>
                  <a:lnTo>
                    <a:pt x="2614112" y="21086"/>
                  </a:lnTo>
                  <a:lnTo>
                    <a:pt x="2591227" y="5657"/>
                  </a:lnTo>
                  <a:lnTo>
                    <a:pt x="2563202" y="0"/>
                  </a:lnTo>
                  <a:close/>
                </a:path>
              </a:pathLst>
            </a:custGeom>
            <a:solidFill>
              <a:srgbClr val="F4F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92804" y="4706304"/>
              <a:ext cx="2635250" cy="217804"/>
            </a:xfrm>
            <a:custGeom>
              <a:avLst/>
              <a:gdLst/>
              <a:ahLst/>
              <a:cxnLst/>
              <a:rect l="l" t="t" r="r" b="b"/>
              <a:pathLst>
                <a:path w="2635250" h="217804">
                  <a:moveTo>
                    <a:pt x="2526360" y="0"/>
                  </a:moveTo>
                  <a:lnTo>
                    <a:pt x="108826" y="0"/>
                  </a:lnTo>
                  <a:lnTo>
                    <a:pt x="66463" y="8553"/>
                  </a:lnTo>
                  <a:lnTo>
                    <a:pt x="31872" y="31876"/>
                  </a:lnTo>
                  <a:lnTo>
                    <a:pt x="8551" y="66469"/>
                  </a:lnTo>
                  <a:lnTo>
                    <a:pt x="0" y="108826"/>
                  </a:lnTo>
                  <a:lnTo>
                    <a:pt x="8551" y="151190"/>
                  </a:lnTo>
                  <a:lnTo>
                    <a:pt x="31872" y="185786"/>
                  </a:lnTo>
                  <a:lnTo>
                    <a:pt x="66463" y="209112"/>
                  </a:lnTo>
                  <a:lnTo>
                    <a:pt x="108826" y="217665"/>
                  </a:lnTo>
                  <a:lnTo>
                    <a:pt x="2526360" y="217665"/>
                  </a:lnTo>
                  <a:lnTo>
                    <a:pt x="2568724" y="209112"/>
                  </a:lnTo>
                  <a:lnTo>
                    <a:pt x="2603320" y="185786"/>
                  </a:lnTo>
                  <a:lnTo>
                    <a:pt x="2626645" y="151190"/>
                  </a:lnTo>
                  <a:lnTo>
                    <a:pt x="2635199" y="108826"/>
                  </a:lnTo>
                  <a:lnTo>
                    <a:pt x="2626645" y="66469"/>
                  </a:lnTo>
                  <a:lnTo>
                    <a:pt x="2603320" y="31877"/>
                  </a:lnTo>
                  <a:lnTo>
                    <a:pt x="2568724" y="8553"/>
                  </a:lnTo>
                  <a:lnTo>
                    <a:pt x="2526360" y="0"/>
                  </a:lnTo>
                  <a:close/>
                </a:path>
              </a:pathLst>
            </a:custGeom>
            <a:solidFill>
              <a:srgbClr val="9CB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793703" y="4706304"/>
            <a:ext cx="2635250" cy="681990"/>
            <a:chOff x="1793703" y="4706304"/>
            <a:chExt cx="2635250" cy="681990"/>
          </a:xfrm>
        </p:grpSpPr>
        <p:sp>
          <p:nvSpPr>
            <p:cNvPr id="18" name="object 18"/>
            <p:cNvSpPr/>
            <p:nvPr/>
          </p:nvSpPr>
          <p:spPr>
            <a:xfrm>
              <a:off x="1793703" y="4756153"/>
              <a:ext cx="2635250" cy="631825"/>
            </a:xfrm>
            <a:custGeom>
              <a:avLst/>
              <a:gdLst/>
              <a:ahLst/>
              <a:cxnLst/>
              <a:rect l="l" t="t" r="r" b="b"/>
              <a:pathLst>
                <a:path w="2635250" h="631825">
                  <a:moveTo>
                    <a:pt x="2563190" y="0"/>
                  </a:moveTo>
                  <a:lnTo>
                    <a:pt x="71996" y="0"/>
                  </a:lnTo>
                  <a:lnTo>
                    <a:pt x="43971" y="5657"/>
                  </a:lnTo>
                  <a:lnTo>
                    <a:pt x="21086" y="21086"/>
                  </a:lnTo>
                  <a:lnTo>
                    <a:pt x="5657" y="43971"/>
                  </a:lnTo>
                  <a:lnTo>
                    <a:pt x="0" y="71996"/>
                  </a:lnTo>
                  <a:lnTo>
                    <a:pt x="0" y="559803"/>
                  </a:lnTo>
                  <a:lnTo>
                    <a:pt x="5657" y="587828"/>
                  </a:lnTo>
                  <a:lnTo>
                    <a:pt x="21086" y="610712"/>
                  </a:lnTo>
                  <a:lnTo>
                    <a:pt x="43971" y="626141"/>
                  </a:lnTo>
                  <a:lnTo>
                    <a:pt x="71996" y="631799"/>
                  </a:lnTo>
                  <a:lnTo>
                    <a:pt x="2563190" y="631799"/>
                  </a:lnTo>
                  <a:lnTo>
                    <a:pt x="2591222" y="626141"/>
                  </a:lnTo>
                  <a:lnTo>
                    <a:pt x="2614110" y="610712"/>
                  </a:lnTo>
                  <a:lnTo>
                    <a:pt x="2629541" y="587828"/>
                  </a:lnTo>
                  <a:lnTo>
                    <a:pt x="2635199" y="559803"/>
                  </a:lnTo>
                  <a:lnTo>
                    <a:pt x="2635199" y="71996"/>
                  </a:lnTo>
                  <a:lnTo>
                    <a:pt x="2629541" y="43971"/>
                  </a:lnTo>
                  <a:lnTo>
                    <a:pt x="2614110" y="21086"/>
                  </a:lnTo>
                  <a:lnTo>
                    <a:pt x="2591222" y="5657"/>
                  </a:lnTo>
                  <a:lnTo>
                    <a:pt x="2563190" y="0"/>
                  </a:lnTo>
                  <a:close/>
                </a:path>
              </a:pathLst>
            </a:custGeom>
            <a:solidFill>
              <a:srgbClr val="F4F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93704" y="4706304"/>
              <a:ext cx="2635250" cy="217804"/>
            </a:xfrm>
            <a:custGeom>
              <a:avLst/>
              <a:gdLst/>
              <a:ahLst/>
              <a:cxnLst/>
              <a:rect l="l" t="t" r="r" b="b"/>
              <a:pathLst>
                <a:path w="2635250" h="217804">
                  <a:moveTo>
                    <a:pt x="2526360" y="0"/>
                  </a:moveTo>
                  <a:lnTo>
                    <a:pt x="108826" y="0"/>
                  </a:lnTo>
                  <a:lnTo>
                    <a:pt x="66463" y="8553"/>
                  </a:lnTo>
                  <a:lnTo>
                    <a:pt x="31872" y="31876"/>
                  </a:lnTo>
                  <a:lnTo>
                    <a:pt x="8551" y="66469"/>
                  </a:lnTo>
                  <a:lnTo>
                    <a:pt x="0" y="108826"/>
                  </a:lnTo>
                  <a:lnTo>
                    <a:pt x="8551" y="151190"/>
                  </a:lnTo>
                  <a:lnTo>
                    <a:pt x="31872" y="185786"/>
                  </a:lnTo>
                  <a:lnTo>
                    <a:pt x="66463" y="209112"/>
                  </a:lnTo>
                  <a:lnTo>
                    <a:pt x="108826" y="217665"/>
                  </a:lnTo>
                  <a:lnTo>
                    <a:pt x="2526360" y="217665"/>
                  </a:lnTo>
                  <a:lnTo>
                    <a:pt x="2568724" y="209112"/>
                  </a:lnTo>
                  <a:lnTo>
                    <a:pt x="2603320" y="185786"/>
                  </a:lnTo>
                  <a:lnTo>
                    <a:pt x="2626645" y="151190"/>
                  </a:lnTo>
                  <a:lnTo>
                    <a:pt x="2635199" y="108826"/>
                  </a:lnTo>
                  <a:lnTo>
                    <a:pt x="2626645" y="66469"/>
                  </a:lnTo>
                  <a:lnTo>
                    <a:pt x="2603320" y="31877"/>
                  </a:lnTo>
                  <a:lnTo>
                    <a:pt x="2568724" y="8553"/>
                  </a:lnTo>
                  <a:lnTo>
                    <a:pt x="2526360" y="0"/>
                  </a:lnTo>
                  <a:close/>
                </a:path>
              </a:pathLst>
            </a:custGeom>
            <a:solidFill>
              <a:srgbClr val="9CB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492804" y="5722955"/>
            <a:ext cx="2635250" cy="681990"/>
            <a:chOff x="4492804" y="5722955"/>
            <a:chExt cx="2635250" cy="681990"/>
          </a:xfrm>
        </p:grpSpPr>
        <p:sp>
          <p:nvSpPr>
            <p:cNvPr id="21" name="object 21"/>
            <p:cNvSpPr/>
            <p:nvPr/>
          </p:nvSpPr>
          <p:spPr>
            <a:xfrm>
              <a:off x="4492804" y="5772804"/>
              <a:ext cx="2635250" cy="631825"/>
            </a:xfrm>
            <a:custGeom>
              <a:avLst/>
              <a:gdLst/>
              <a:ahLst/>
              <a:cxnLst/>
              <a:rect l="l" t="t" r="r" b="b"/>
              <a:pathLst>
                <a:path w="2635249" h="631825">
                  <a:moveTo>
                    <a:pt x="2563202" y="0"/>
                  </a:moveTo>
                  <a:lnTo>
                    <a:pt x="71996" y="0"/>
                  </a:lnTo>
                  <a:lnTo>
                    <a:pt x="43971" y="5657"/>
                  </a:lnTo>
                  <a:lnTo>
                    <a:pt x="21086" y="21086"/>
                  </a:lnTo>
                  <a:lnTo>
                    <a:pt x="5657" y="43971"/>
                  </a:lnTo>
                  <a:lnTo>
                    <a:pt x="0" y="71996"/>
                  </a:lnTo>
                  <a:lnTo>
                    <a:pt x="0" y="559803"/>
                  </a:lnTo>
                  <a:lnTo>
                    <a:pt x="5657" y="587828"/>
                  </a:lnTo>
                  <a:lnTo>
                    <a:pt x="21086" y="610712"/>
                  </a:lnTo>
                  <a:lnTo>
                    <a:pt x="43971" y="626141"/>
                  </a:lnTo>
                  <a:lnTo>
                    <a:pt x="71996" y="631799"/>
                  </a:lnTo>
                  <a:lnTo>
                    <a:pt x="2563202" y="631799"/>
                  </a:lnTo>
                  <a:lnTo>
                    <a:pt x="2591227" y="626141"/>
                  </a:lnTo>
                  <a:lnTo>
                    <a:pt x="2614112" y="610712"/>
                  </a:lnTo>
                  <a:lnTo>
                    <a:pt x="2629541" y="587828"/>
                  </a:lnTo>
                  <a:lnTo>
                    <a:pt x="2635199" y="559803"/>
                  </a:lnTo>
                  <a:lnTo>
                    <a:pt x="2635199" y="71996"/>
                  </a:lnTo>
                  <a:lnTo>
                    <a:pt x="2629541" y="43971"/>
                  </a:lnTo>
                  <a:lnTo>
                    <a:pt x="2614112" y="21086"/>
                  </a:lnTo>
                  <a:lnTo>
                    <a:pt x="2591227" y="5657"/>
                  </a:lnTo>
                  <a:lnTo>
                    <a:pt x="2563202" y="0"/>
                  </a:lnTo>
                  <a:close/>
                </a:path>
              </a:pathLst>
            </a:custGeom>
            <a:solidFill>
              <a:srgbClr val="F4F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92804" y="5722955"/>
              <a:ext cx="2635250" cy="217804"/>
            </a:xfrm>
            <a:custGeom>
              <a:avLst/>
              <a:gdLst/>
              <a:ahLst/>
              <a:cxnLst/>
              <a:rect l="l" t="t" r="r" b="b"/>
              <a:pathLst>
                <a:path w="2635250" h="217804">
                  <a:moveTo>
                    <a:pt x="2526360" y="0"/>
                  </a:moveTo>
                  <a:lnTo>
                    <a:pt x="108826" y="0"/>
                  </a:lnTo>
                  <a:lnTo>
                    <a:pt x="66463" y="8553"/>
                  </a:lnTo>
                  <a:lnTo>
                    <a:pt x="31872" y="31876"/>
                  </a:lnTo>
                  <a:lnTo>
                    <a:pt x="8551" y="66469"/>
                  </a:lnTo>
                  <a:lnTo>
                    <a:pt x="0" y="108826"/>
                  </a:lnTo>
                  <a:lnTo>
                    <a:pt x="8551" y="151190"/>
                  </a:lnTo>
                  <a:lnTo>
                    <a:pt x="31872" y="185786"/>
                  </a:lnTo>
                  <a:lnTo>
                    <a:pt x="66463" y="209112"/>
                  </a:lnTo>
                  <a:lnTo>
                    <a:pt x="108826" y="217665"/>
                  </a:lnTo>
                  <a:lnTo>
                    <a:pt x="2526360" y="217665"/>
                  </a:lnTo>
                  <a:lnTo>
                    <a:pt x="2568724" y="209112"/>
                  </a:lnTo>
                  <a:lnTo>
                    <a:pt x="2603320" y="185786"/>
                  </a:lnTo>
                  <a:lnTo>
                    <a:pt x="2626645" y="151190"/>
                  </a:lnTo>
                  <a:lnTo>
                    <a:pt x="2635199" y="108826"/>
                  </a:lnTo>
                  <a:lnTo>
                    <a:pt x="2626645" y="66469"/>
                  </a:lnTo>
                  <a:lnTo>
                    <a:pt x="2603320" y="31877"/>
                  </a:lnTo>
                  <a:lnTo>
                    <a:pt x="2568724" y="8553"/>
                  </a:lnTo>
                  <a:lnTo>
                    <a:pt x="2526360" y="0"/>
                  </a:lnTo>
                  <a:close/>
                </a:path>
              </a:pathLst>
            </a:custGeom>
            <a:solidFill>
              <a:srgbClr val="9CB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793703" y="5722955"/>
            <a:ext cx="2635250" cy="681990"/>
            <a:chOff x="1793703" y="5722955"/>
            <a:chExt cx="2635250" cy="681990"/>
          </a:xfrm>
        </p:grpSpPr>
        <p:sp>
          <p:nvSpPr>
            <p:cNvPr id="24" name="object 24"/>
            <p:cNvSpPr/>
            <p:nvPr/>
          </p:nvSpPr>
          <p:spPr>
            <a:xfrm>
              <a:off x="1793703" y="5772804"/>
              <a:ext cx="2635250" cy="631825"/>
            </a:xfrm>
            <a:custGeom>
              <a:avLst/>
              <a:gdLst/>
              <a:ahLst/>
              <a:cxnLst/>
              <a:rect l="l" t="t" r="r" b="b"/>
              <a:pathLst>
                <a:path w="2635250" h="631825">
                  <a:moveTo>
                    <a:pt x="2563190" y="0"/>
                  </a:moveTo>
                  <a:lnTo>
                    <a:pt x="71996" y="0"/>
                  </a:lnTo>
                  <a:lnTo>
                    <a:pt x="43971" y="5657"/>
                  </a:lnTo>
                  <a:lnTo>
                    <a:pt x="21086" y="21086"/>
                  </a:lnTo>
                  <a:lnTo>
                    <a:pt x="5657" y="43971"/>
                  </a:lnTo>
                  <a:lnTo>
                    <a:pt x="0" y="71996"/>
                  </a:lnTo>
                  <a:lnTo>
                    <a:pt x="0" y="559803"/>
                  </a:lnTo>
                  <a:lnTo>
                    <a:pt x="5657" y="587828"/>
                  </a:lnTo>
                  <a:lnTo>
                    <a:pt x="21086" y="610712"/>
                  </a:lnTo>
                  <a:lnTo>
                    <a:pt x="43971" y="626141"/>
                  </a:lnTo>
                  <a:lnTo>
                    <a:pt x="71996" y="631799"/>
                  </a:lnTo>
                  <a:lnTo>
                    <a:pt x="2563190" y="631799"/>
                  </a:lnTo>
                  <a:lnTo>
                    <a:pt x="2591222" y="626141"/>
                  </a:lnTo>
                  <a:lnTo>
                    <a:pt x="2614110" y="610712"/>
                  </a:lnTo>
                  <a:lnTo>
                    <a:pt x="2629541" y="587828"/>
                  </a:lnTo>
                  <a:lnTo>
                    <a:pt x="2635199" y="559803"/>
                  </a:lnTo>
                  <a:lnTo>
                    <a:pt x="2635199" y="71996"/>
                  </a:lnTo>
                  <a:lnTo>
                    <a:pt x="2629541" y="43971"/>
                  </a:lnTo>
                  <a:lnTo>
                    <a:pt x="2614110" y="21086"/>
                  </a:lnTo>
                  <a:lnTo>
                    <a:pt x="2591222" y="5657"/>
                  </a:lnTo>
                  <a:lnTo>
                    <a:pt x="2563190" y="0"/>
                  </a:lnTo>
                  <a:close/>
                </a:path>
              </a:pathLst>
            </a:custGeom>
            <a:solidFill>
              <a:srgbClr val="F4F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93704" y="5722955"/>
              <a:ext cx="2635250" cy="217804"/>
            </a:xfrm>
            <a:custGeom>
              <a:avLst/>
              <a:gdLst/>
              <a:ahLst/>
              <a:cxnLst/>
              <a:rect l="l" t="t" r="r" b="b"/>
              <a:pathLst>
                <a:path w="2635250" h="217804">
                  <a:moveTo>
                    <a:pt x="2526360" y="0"/>
                  </a:moveTo>
                  <a:lnTo>
                    <a:pt x="108826" y="0"/>
                  </a:lnTo>
                  <a:lnTo>
                    <a:pt x="66463" y="8553"/>
                  </a:lnTo>
                  <a:lnTo>
                    <a:pt x="31872" y="31876"/>
                  </a:lnTo>
                  <a:lnTo>
                    <a:pt x="8551" y="66469"/>
                  </a:lnTo>
                  <a:lnTo>
                    <a:pt x="0" y="108826"/>
                  </a:lnTo>
                  <a:lnTo>
                    <a:pt x="8551" y="151190"/>
                  </a:lnTo>
                  <a:lnTo>
                    <a:pt x="31872" y="185786"/>
                  </a:lnTo>
                  <a:lnTo>
                    <a:pt x="66463" y="209112"/>
                  </a:lnTo>
                  <a:lnTo>
                    <a:pt x="108826" y="217665"/>
                  </a:lnTo>
                  <a:lnTo>
                    <a:pt x="2526360" y="217665"/>
                  </a:lnTo>
                  <a:lnTo>
                    <a:pt x="2568724" y="209112"/>
                  </a:lnTo>
                  <a:lnTo>
                    <a:pt x="2603320" y="185786"/>
                  </a:lnTo>
                  <a:lnTo>
                    <a:pt x="2626645" y="151190"/>
                  </a:lnTo>
                  <a:lnTo>
                    <a:pt x="2635199" y="108826"/>
                  </a:lnTo>
                  <a:lnTo>
                    <a:pt x="2626645" y="66469"/>
                  </a:lnTo>
                  <a:lnTo>
                    <a:pt x="2603320" y="31877"/>
                  </a:lnTo>
                  <a:lnTo>
                    <a:pt x="2568724" y="8553"/>
                  </a:lnTo>
                  <a:lnTo>
                    <a:pt x="2526360" y="0"/>
                  </a:lnTo>
                  <a:close/>
                </a:path>
              </a:pathLst>
            </a:custGeom>
            <a:solidFill>
              <a:srgbClr val="9CB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4492804" y="6739605"/>
            <a:ext cx="2635250" cy="681990"/>
            <a:chOff x="4492804" y="6739605"/>
            <a:chExt cx="2635250" cy="681990"/>
          </a:xfrm>
        </p:grpSpPr>
        <p:sp>
          <p:nvSpPr>
            <p:cNvPr id="27" name="object 27"/>
            <p:cNvSpPr/>
            <p:nvPr/>
          </p:nvSpPr>
          <p:spPr>
            <a:xfrm>
              <a:off x="4492804" y="6789454"/>
              <a:ext cx="2635250" cy="631825"/>
            </a:xfrm>
            <a:custGeom>
              <a:avLst/>
              <a:gdLst/>
              <a:ahLst/>
              <a:cxnLst/>
              <a:rect l="l" t="t" r="r" b="b"/>
              <a:pathLst>
                <a:path w="2635249" h="631825">
                  <a:moveTo>
                    <a:pt x="2563202" y="0"/>
                  </a:moveTo>
                  <a:lnTo>
                    <a:pt x="71996" y="0"/>
                  </a:lnTo>
                  <a:lnTo>
                    <a:pt x="43971" y="5657"/>
                  </a:lnTo>
                  <a:lnTo>
                    <a:pt x="21086" y="21086"/>
                  </a:lnTo>
                  <a:lnTo>
                    <a:pt x="5657" y="43971"/>
                  </a:lnTo>
                  <a:lnTo>
                    <a:pt x="0" y="71996"/>
                  </a:lnTo>
                  <a:lnTo>
                    <a:pt x="0" y="559803"/>
                  </a:lnTo>
                  <a:lnTo>
                    <a:pt x="5657" y="587828"/>
                  </a:lnTo>
                  <a:lnTo>
                    <a:pt x="21086" y="610712"/>
                  </a:lnTo>
                  <a:lnTo>
                    <a:pt x="43971" y="626141"/>
                  </a:lnTo>
                  <a:lnTo>
                    <a:pt x="71996" y="631799"/>
                  </a:lnTo>
                  <a:lnTo>
                    <a:pt x="2563202" y="631799"/>
                  </a:lnTo>
                  <a:lnTo>
                    <a:pt x="2591227" y="626141"/>
                  </a:lnTo>
                  <a:lnTo>
                    <a:pt x="2614112" y="610712"/>
                  </a:lnTo>
                  <a:lnTo>
                    <a:pt x="2629541" y="587828"/>
                  </a:lnTo>
                  <a:lnTo>
                    <a:pt x="2635199" y="559803"/>
                  </a:lnTo>
                  <a:lnTo>
                    <a:pt x="2635199" y="71996"/>
                  </a:lnTo>
                  <a:lnTo>
                    <a:pt x="2629541" y="43971"/>
                  </a:lnTo>
                  <a:lnTo>
                    <a:pt x="2614112" y="21086"/>
                  </a:lnTo>
                  <a:lnTo>
                    <a:pt x="2591227" y="5657"/>
                  </a:lnTo>
                  <a:lnTo>
                    <a:pt x="2563202" y="0"/>
                  </a:lnTo>
                  <a:close/>
                </a:path>
              </a:pathLst>
            </a:custGeom>
            <a:solidFill>
              <a:srgbClr val="F4F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92804" y="6739605"/>
              <a:ext cx="2635250" cy="217804"/>
            </a:xfrm>
            <a:custGeom>
              <a:avLst/>
              <a:gdLst/>
              <a:ahLst/>
              <a:cxnLst/>
              <a:rect l="l" t="t" r="r" b="b"/>
              <a:pathLst>
                <a:path w="2635250" h="217804">
                  <a:moveTo>
                    <a:pt x="2526360" y="0"/>
                  </a:moveTo>
                  <a:lnTo>
                    <a:pt x="108826" y="0"/>
                  </a:lnTo>
                  <a:lnTo>
                    <a:pt x="66463" y="8553"/>
                  </a:lnTo>
                  <a:lnTo>
                    <a:pt x="31872" y="31876"/>
                  </a:lnTo>
                  <a:lnTo>
                    <a:pt x="8551" y="66469"/>
                  </a:lnTo>
                  <a:lnTo>
                    <a:pt x="0" y="108826"/>
                  </a:lnTo>
                  <a:lnTo>
                    <a:pt x="8551" y="151190"/>
                  </a:lnTo>
                  <a:lnTo>
                    <a:pt x="31872" y="185786"/>
                  </a:lnTo>
                  <a:lnTo>
                    <a:pt x="66463" y="209112"/>
                  </a:lnTo>
                  <a:lnTo>
                    <a:pt x="108826" y="217665"/>
                  </a:lnTo>
                  <a:lnTo>
                    <a:pt x="2526360" y="217665"/>
                  </a:lnTo>
                  <a:lnTo>
                    <a:pt x="2568724" y="209112"/>
                  </a:lnTo>
                  <a:lnTo>
                    <a:pt x="2603320" y="185786"/>
                  </a:lnTo>
                  <a:lnTo>
                    <a:pt x="2626645" y="151190"/>
                  </a:lnTo>
                  <a:lnTo>
                    <a:pt x="2635199" y="108826"/>
                  </a:lnTo>
                  <a:lnTo>
                    <a:pt x="2626645" y="66469"/>
                  </a:lnTo>
                  <a:lnTo>
                    <a:pt x="2603320" y="31876"/>
                  </a:lnTo>
                  <a:lnTo>
                    <a:pt x="2568724" y="8553"/>
                  </a:lnTo>
                  <a:lnTo>
                    <a:pt x="2526360" y="0"/>
                  </a:lnTo>
                  <a:close/>
                </a:path>
              </a:pathLst>
            </a:custGeom>
            <a:solidFill>
              <a:srgbClr val="9CB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1793703" y="6739605"/>
            <a:ext cx="2635250" cy="681990"/>
            <a:chOff x="1793703" y="6739605"/>
            <a:chExt cx="2635250" cy="681990"/>
          </a:xfrm>
        </p:grpSpPr>
        <p:sp>
          <p:nvSpPr>
            <p:cNvPr id="30" name="object 30"/>
            <p:cNvSpPr/>
            <p:nvPr/>
          </p:nvSpPr>
          <p:spPr>
            <a:xfrm>
              <a:off x="1793703" y="6789454"/>
              <a:ext cx="2635250" cy="631825"/>
            </a:xfrm>
            <a:custGeom>
              <a:avLst/>
              <a:gdLst/>
              <a:ahLst/>
              <a:cxnLst/>
              <a:rect l="l" t="t" r="r" b="b"/>
              <a:pathLst>
                <a:path w="2635250" h="631825">
                  <a:moveTo>
                    <a:pt x="2563190" y="0"/>
                  </a:moveTo>
                  <a:lnTo>
                    <a:pt x="71996" y="0"/>
                  </a:lnTo>
                  <a:lnTo>
                    <a:pt x="43971" y="5657"/>
                  </a:lnTo>
                  <a:lnTo>
                    <a:pt x="21086" y="21086"/>
                  </a:lnTo>
                  <a:lnTo>
                    <a:pt x="5657" y="43971"/>
                  </a:lnTo>
                  <a:lnTo>
                    <a:pt x="0" y="71996"/>
                  </a:lnTo>
                  <a:lnTo>
                    <a:pt x="0" y="559803"/>
                  </a:lnTo>
                  <a:lnTo>
                    <a:pt x="5657" y="587828"/>
                  </a:lnTo>
                  <a:lnTo>
                    <a:pt x="21086" y="610712"/>
                  </a:lnTo>
                  <a:lnTo>
                    <a:pt x="43971" y="626141"/>
                  </a:lnTo>
                  <a:lnTo>
                    <a:pt x="71996" y="631799"/>
                  </a:lnTo>
                  <a:lnTo>
                    <a:pt x="2563190" y="631799"/>
                  </a:lnTo>
                  <a:lnTo>
                    <a:pt x="2591222" y="626141"/>
                  </a:lnTo>
                  <a:lnTo>
                    <a:pt x="2614110" y="610712"/>
                  </a:lnTo>
                  <a:lnTo>
                    <a:pt x="2629541" y="587828"/>
                  </a:lnTo>
                  <a:lnTo>
                    <a:pt x="2635199" y="559803"/>
                  </a:lnTo>
                  <a:lnTo>
                    <a:pt x="2635199" y="71996"/>
                  </a:lnTo>
                  <a:lnTo>
                    <a:pt x="2629541" y="43971"/>
                  </a:lnTo>
                  <a:lnTo>
                    <a:pt x="2614110" y="21086"/>
                  </a:lnTo>
                  <a:lnTo>
                    <a:pt x="2591222" y="5657"/>
                  </a:lnTo>
                  <a:lnTo>
                    <a:pt x="2563190" y="0"/>
                  </a:lnTo>
                  <a:close/>
                </a:path>
              </a:pathLst>
            </a:custGeom>
            <a:solidFill>
              <a:srgbClr val="F4F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93704" y="6739605"/>
              <a:ext cx="2635250" cy="217804"/>
            </a:xfrm>
            <a:custGeom>
              <a:avLst/>
              <a:gdLst/>
              <a:ahLst/>
              <a:cxnLst/>
              <a:rect l="l" t="t" r="r" b="b"/>
              <a:pathLst>
                <a:path w="2635250" h="217804">
                  <a:moveTo>
                    <a:pt x="2526360" y="0"/>
                  </a:moveTo>
                  <a:lnTo>
                    <a:pt x="108826" y="0"/>
                  </a:lnTo>
                  <a:lnTo>
                    <a:pt x="66463" y="8553"/>
                  </a:lnTo>
                  <a:lnTo>
                    <a:pt x="31872" y="31876"/>
                  </a:lnTo>
                  <a:lnTo>
                    <a:pt x="8551" y="66469"/>
                  </a:lnTo>
                  <a:lnTo>
                    <a:pt x="0" y="108826"/>
                  </a:lnTo>
                  <a:lnTo>
                    <a:pt x="8551" y="151190"/>
                  </a:lnTo>
                  <a:lnTo>
                    <a:pt x="31872" y="185786"/>
                  </a:lnTo>
                  <a:lnTo>
                    <a:pt x="66463" y="209112"/>
                  </a:lnTo>
                  <a:lnTo>
                    <a:pt x="108826" y="217665"/>
                  </a:lnTo>
                  <a:lnTo>
                    <a:pt x="2526360" y="217665"/>
                  </a:lnTo>
                  <a:lnTo>
                    <a:pt x="2568724" y="209112"/>
                  </a:lnTo>
                  <a:lnTo>
                    <a:pt x="2603320" y="185786"/>
                  </a:lnTo>
                  <a:lnTo>
                    <a:pt x="2626645" y="151190"/>
                  </a:lnTo>
                  <a:lnTo>
                    <a:pt x="2635199" y="108826"/>
                  </a:lnTo>
                  <a:lnTo>
                    <a:pt x="2626645" y="66469"/>
                  </a:lnTo>
                  <a:lnTo>
                    <a:pt x="2603320" y="31876"/>
                  </a:lnTo>
                  <a:lnTo>
                    <a:pt x="2568724" y="8553"/>
                  </a:lnTo>
                  <a:lnTo>
                    <a:pt x="2526360" y="0"/>
                  </a:lnTo>
                  <a:close/>
                </a:path>
              </a:pathLst>
            </a:custGeom>
            <a:solidFill>
              <a:srgbClr val="9CB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4492804" y="7756256"/>
            <a:ext cx="2635250" cy="681990"/>
            <a:chOff x="4492804" y="7756256"/>
            <a:chExt cx="2635250" cy="681990"/>
          </a:xfrm>
        </p:grpSpPr>
        <p:sp>
          <p:nvSpPr>
            <p:cNvPr id="33" name="object 33"/>
            <p:cNvSpPr/>
            <p:nvPr/>
          </p:nvSpPr>
          <p:spPr>
            <a:xfrm>
              <a:off x="4492804" y="7806104"/>
              <a:ext cx="2635250" cy="631825"/>
            </a:xfrm>
            <a:custGeom>
              <a:avLst/>
              <a:gdLst/>
              <a:ahLst/>
              <a:cxnLst/>
              <a:rect l="l" t="t" r="r" b="b"/>
              <a:pathLst>
                <a:path w="2635249" h="631825">
                  <a:moveTo>
                    <a:pt x="2563202" y="0"/>
                  </a:moveTo>
                  <a:lnTo>
                    <a:pt x="71996" y="0"/>
                  </a:lnTo>
                  <a:lnTo>
                    <a:pt x="43971" y="5657"/>
                  </a:lnTo>
                  <a:lnTo>
                    <a:pt x="21086" y="21086"/>
                  </a:lnTo>
                  <a:lnTo>
                    <a:pt x="5657" y="43971"/>
                  </a:lnTo>
                  <a:lnTo>
                    <a:pt x="0" y="71996"/>
                  </a:lnTo>
                  <a:lnTo>
                    <a:pt x="0" y="559803"/>
                  </a:lnTo>
                  <a:lnTo>
                    <a:pt x="5657" y="587828"/>
                  </a:lnTo>
                  <a:lnTo>
                    <a:pt x="21086" y="610712"/>
                  </a:lnTo>
                  <a:lnTo>
                    <a:pt x="43971" y="626141"/>
                  </a:lnTo>
                  <a:lnTo>
                    <a:pt x="71996" y="631799"/>
                  </a:lnTo>
                  <a:lnTo>
                    <a:pt x="2563202" y="631799"/>
                  </a:lnTo>
                  <a:lnTo>
                    <a:pt x="2591227" y="626141"/>
                  </a:lnTo>
                  <a:lnTo>
                    <a:pt x="2614112" y="610712"/>
                  </a:lnTo>
                  <a:lnTo>
                    <a:pt x="2629541" y="587828"/>
                  </a:lnTo>
                  <a:lnTo>
                    <a:pt x="2635199" y="559803"/>
                  </a:lnTo>
                  <a:lnTo>
                    <a:pt x="2635199" y="71996"/>
                  </a:lnTo>
                  <a:lnTo>
                    <a:pt x="2629541" y="43971"/>
                  </a:lnTo>
                  <a:lnTo>
                    <a:pt x="2614112" y="21086"/>
                  </a:lnTo>
                  <a:lnTo>
                    <a:pt x="2591227" y="5657"/>
                  </a:lnTo>
                  <a:lnTo>
                    <a:pt x="2563202" y="0"/>
                  </a:lnTo>
                  <a:close/>
                </a:path>
              </a:pathLst>
            </a:custGeom>
            <a:solidFill>
              <a:srgbClr val="F4F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492804" y="7756256"/>
              <a:ext cx="2635250" cy="217804"/>
            </a:xfrm>
            <a:custGeom>
              <a:avLst/>
              <a:gdLst/>
              <a:ahLst/>
              <a:cxnLst/>
              <a:rect l="l" t="t" r="r" b="b"/>
              <a:pathLst>
                <a:path w="2635250" h="217804">
                  <a:moveTo>
                    <a:pt x="2526360" y="0"/>
                  </a:moveTo>
                  <a:lnTo>
                    <a:pt x="108826" y="0"/>
                  </a:lnTo>
                  <a:lnTo>
                    <a:pt x="66463" y="8553"/>
                  </a:lnTo>
                  <a:lnTo>
                    <a:pt x="31872" y="31877"/>
                  </a:lnTo>
                  <a:lnTo>
                    <a:pt x="8551" y="66469"/>
                  </a:lnTo>
                  <a:lnTo>
                    <a:pt x="0" y="108826"/>
                  </a:lnTo>
                  <a:lnTo>
                    <a:pt x="8551" y="151190"/>
                  </a:lnTo>
                  <a:lnTo>
                    <a:pt x="31872" y="185786"/>
                  </a:lnTo>
                  <a:lnTo>
                    <a:pt x="66463" y="209112"/>
                  </a:lnTo>
                  <a:lnTo>
                    <a:pt x="108826" y="217665"/>
                  </a:lnTo>
                  <a:lnTo>
                    <a:pt x="2526360" y="217665"/>
                  </a:lnTo>
                  <a:lnTo>
                    <a:pt x="2568724" y="209112"/>
                  </a:lnTo>
                  <a:lnTo>
                    <a:pt x="2603320" y="185786"/>
                  </a:lnTo>
                  <a:lnTo>
                    <a:pt x="2626645" y="151190"/>
                  </a:lnTo>
                  <a:lnTo>
                    <a:pt x="2635199" y="108826"/>
                  </a:lnTo>
                  <a:lnTo>
                    <a:pt x="2626645" y="66469"/>
                  </a:lnTo>
                  <a:lnTo>
                    <a:pt x="2603320" y="31877"/>
                  </a:lnTo>
                  <a:lnTo>
                    <a:pt x="2568724" y="8553"/>
                  </a:lnTo>
                  <a:lnTo>
                    <a:pt x="2526360" y="0"/>
                  </a:lnTo>
                  <a:close/>
                </a:path>
              </a:pathLst>
            </a:custGeom>
            <a:solidFill>
              <a:srgbClr val="9CB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1793703" y="7756256"/>
            <a:ext cx="2635250" cy="681990"/>
            <a:chOff x="1793703" y="7756256"/>
            <a:chExt cx="2635250" cy="681990"/>
          </a:xfrm>
        </p:grpSpPr>
        <p:sp>
          <p:nvSpPr>
            <p:cNvPr id="36" name="object 36"/>
            <p:cNvSpPr/>
            <p:nvPr/>
          </p:nvSpPr>
          <p:spPr>
            <a:xfrm>
              <a:off x="1793703" y="7806104"/>
              <a:ext cx="2635250" cy="631825"/>
            </a:xfrm>
            <a:custGeom>
              <a:avLst/>
              <a:gdLst/>
              <a:ahLst/>
              <a:cxnLst/>
              <a:rect l="l" t="t" r="r" b="b"/>
              <a:pathLst>
                <a:path w="2635250" h="631825">
                  <a:moveTo>
                    <a:pt x="2563190" y="0"/>
                  </a:moveTo>
                  <a:lnTo>
                    <a:pt x="71996" y="0"/>
                  </a:lnTo>
                  <a:lnTo>
                    <a:pt x="43971" y="5657"/>
                  </a:lnTo>
                  <a:lnTo>
                    <a:pt x="21086" y="21086"/>
                  </a:lnTo>
                  <a:lnTo>
                    <a:pt x="5657" y="43971"/>
                  </a:lnTo>
                  <a:lnTo>
                    <a:pt x="0" y="71996"/>
                  </a:lnTo>
                  <a:lnTo>
                    <a:pt x="0" y="559803"/>
                  </a:lnTo>
                  <a:lnTo>
                    <a:pt x="5657" y="587828"/>
                  </a:lnTo>
                  <a:lnTo>
                    <a:pt x="21086" y="610712"/>
                  </a:lnTo>
                  <a:lnTo>
                    <a:pt x="43971" y="626141"/>
                  </a:lnTo>
                  <a:lnTo>
                    <a:pt x="71996" y="631799"/>
                  </a:lnTo>
                  <a:lnTo>
                    <a:pt x="2563190" y="631799"/>
                  </a:lnTo>
                  <a:lnTo>
                    <a:pt x="2591222" y="626141"/>
                  </a:lnTo>
                  <a:lnTo>
                    <a:pt x="2614110" y="610712"/>
                  </a:lnTo>
                  <a:lnTo>
                    <a:pt x="2629541" y="587828"/>
                  </a:lnTo>
                  <a:lnTo>
                    <a:pt x="2635199" y="559803"/>
                  </a:lnTo>
                  <a:lnTo>
                    <a:pt x="2635199" y="71996"/>
                  </a:lnTo>
                  <a:lnTo>
                    <a:pt x="2629541" y="43971"/>
                  </a:lnTo>
                  <a:lnTo>
                    <a:pt x="2614110" y="21086"/>
                  </a:lnTo>
                  <a:lnTo>
                    <a:pt x="2591222" y="5657"/>
                  </a:lnTo>
                  <a:lnTo>
                    <a:pt x="2563190" y="0"/>
                  </a:lnTo>
                  <a:close/>
                </a:path>
              </a:pathLst>
            </a:custGeom>
            <a:solidFill>
              <a:srgbClr val="F4F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93704" y="7756256"/>
              <a:ext cx="2635250" cy="217804"/>
            </a:xfrm>
            <a:custGeom>
              <a:avLst/>
              <a:gdLst/>
              <a:ahLst/>
              <a:cxnLst/>
              <a:rect l="l" t="t" r="r" b="b"/>
              <a:pathLst>
                <a:path w="2635250" h="217804">
                  <a:moveTo>
                    <a:pt x="2526360" y="0"/>
                  </a:moveTo>
                  <a:lnTo>
                    <a:pt x="108826" y="0"/>
                  </a:lnTo>
                  <a:lnTo>
                    <a:pt x="66463" y="8553"/>
                  </a:lnTo>
                  <a:lnTo>
                    <a:pt x="31872" y="31877"/>
                  </a:lnTo>
                  <a:lnTo>
                    <a:pt x="8551" y="66469"/>
                  </a:lnTo>
                  <a:lnTo>
                    <a:pt x="0" y="108826"/>
                  </a:lnTo>
                  <a:lnTo>
                    <a:pt x="8551" y="151190"/>
                  </a:lnTo>
                  <a:lnTo>
                    <a:pt x="31872" y="185786"/>
                  </a:lnTo>
                  <a:lnTo>
                    <a:pt x="66463" y="209112"/>
                  </a:lnTo>
                  <a:lnTo>
                    <a:pt x="108826" y="217665"/>
                  </a:lnTo>
                  <a:lnTo>
                    <a:pt x="2526360" y="217665"/>
                  </a:lnTo>
                  <a:lnTo>
                    <a:pt x="2568724" y="209112"/>
                  </a:lnTo>
                  <a:lnTo>
                    <a:pt x="2603320" y="185786"/>
                  </a:lnTo>
                  <a:lnTo>
                    <a:pt x="2626645" y="151190"/>
                  </a:lnTo>
                  <a:lnTo>
                    <a:pt x="2635199" y="108826"/>
                  </a:lnTo>
                  <a:lnTo>
                    <a:pt x="2626645" y="66469"/>
                  </a:lnTo>
                  <a:lnTo>
                    <a:pt x="2603320" y="31877"/>
                  </a:lnTo>
                  <a:lnTo>
                    <a:pt x="2568724" y="8553"/>
                  </a:lnTo>
                  <a:lnTo>
                    <a:pt x="2526360" y="0"/>
                  </a:lnTo>
                  <a:close/>
                </a:path>
              </a:pathLst>
            </a:custGeom>
            <a:solidFill>
              <a:srgbClr val="9CB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4492804" y="8772906"/>
            <a:ext cx="2635250" cy="681990"/>
            <a:chOff x="4492804" y="8772906"/>
            <a:chExt cx="2635250" cy="681990"/>
          </a:xfrm>
        </p:grpSpPr>
        <p:sp>
          <p:nvSpPr>
            <p:cNvPr id="39" name="object 39"/>
            <p:cNvSpPr/>
            <p:nvPr/>
          </p:nvSpPr>
          <p:spPr>
            <a:xfrm>
              <a:off x="4492804" y="8822756"/>
              <a:ext cx="2635250" cy="631825"/>
            </a:xfrm>
            <a:custGeom>
              <a:avLst/>
              <a:gdLst/>
              <a:ahLst/>
              <a:cxnLst/>
              <a:rect l="l" t="t" r="r" b="b"/>
              <a:pathLst>
                <a:path w="2635249" h="631825">
                  <a:moveTo>
                    <a:pt x="2563202" y="0"/>
                  </a:moveTo>
                  <a:lnTo>
                    <a:pt x="71996" y="0"/>
                  </a:lnTo>
                  <a:lnTo>
                    <a:pt x="43971" y="5657"/>
                  </a:lnTo>
                  <a:lnTo>
                    <a:pt x="21086" y="21086"/>
                  </a:lnTo>
                  <a:lnTo>
                    <a:pt x="5657" y="43971"/>
                  </a:lnTo>
                  <a:lnTo>
                    <a:pt x="0" y="71996"/>
                  </a:lnTo>
                  <a:lnTo>
                    <a:pt x="0" y="559803"/>
                  </a:lnTo>
                  <a:lnTo>
                    <a:pt x="5657" y="587828"/>
                  </a:lnTo>
                  <a:lnTo>
                    <a:pt x="21086" y="610712"/>
                  </a:lnTo>
                  <a:lnTo>
                    <a:pt x="43971" y="626141"/>
                  </a:lnTo>
                  <a:lnTo>
                    <a:pt x="71996" y="631799"/>
                  </a:lnTo>
                  <a:lnTo>
                    <a:pt x="2563202" y="631799"/>
                  </a:lnTo>
                  <a:lnTo>
                    <a:pt x="2591227" y="626141"/>
                  </a:lnTo>
                  <a:lnTo>
                    <a:pt x="2614112" y="610712"/>
                  </a:lnTo>
                  <a:lnTo>
                    <a:pt x="2629541" y="587828"/>
                  </a:lnTo>
                  <a:lnTo>
                    <a:pt x="2635199" y="559803"/>
                  </a:lnTo>
                  <a:lnTo>
                    <a:pt x="2635199" y="71996"/>
                  </a:lnTo>
                  <a:lnTo>
                    <a:pt x="2629541" y="43971"/>
                  </a:lnTo>
                  <a:lnTo>
                    <a:pt x="2614112" y="21086"/>
                  </a:lnTo>
                  <a:lnTo>
                    <a:pt x="2591227" y="5657"/>
                  </a:lnTo>
                  <a:lnTo>
                    <a:pt x="2563202" y="0"/>
                  </a:lnTo>
                  <a:close/>
                </a:path>
              </a:pathLst>
            </a:custGeom>
            <a:solidFill>
              <a:srgbClr val="F4F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92804" y="8772906"/>
              <a:ext cx="2635250" cy="217804"/>
            </a:xfrm>
            <a:custGeom>
              <a:avLst/>
              <a:gdLst/>
              <a:ahLst/>
              <a:cxnLst/>
              <a:rect l="l" t="t" r="r" b="b"/>
              <a:pathLst>
                <a:path w="2635250" h="217804">
                  <a:moveTo>
                    <a:pt x="2526360" y="0"/>
                  </a:moveTo>
                  <a:lnTo>
                    <a:pt x="108826" y="0"/>
                  </a:lnTo>
                  <a:lnTo>
                    <a:pt x="66463" y="8553"/>
                  </a:lnTo>
                  <a:lnTo>
                    <a:pt x="31872" y="31876"/>
                  </a:lnTo>
                  <a:lnTo>
                    <a:pt x="8551" y="66469"/>
                  </a:lnTo>
                  <a:lnTo>
                    <a:pt x="0" y="108826"/>
                  </a:lnTo>
                  <a:lnTo>
                    <a:pt x="8551" y="151190"/>
                  </a:lnTo>
                  <a:lnTo>
                    <a:pt x="31872" y="185786"/>
                  </a:lnTo>
                  <a:lnTo>
                    <a:pt x="66463" y="209112"/>
                  </a:lnTo>
                  <a:lnTo>
                    <a:pt x="108826" y="217665"/>
                  </a:lnTo>
                  <a:lnTo>
                    <a:pt x="2526360" y="217665"/>
                  </a:lnTo>
                  <a:lnTo>
                    <a:pt x="2568724" y="209112"/>
                  </a:lnTo>
                  <a:lnTo>
                    <a:pt x="2603320" y="185786"/>
                  </a:lnTo>
                  <a:lnTo>
                    <a:pt x="2626645" y="151190"/>
                  </a:lnTo>
                  <a:lnTo>
                    <a:pt x="2635199" y="108826"/>
                  </a:lnTo>
                  <a:lnTo>
                    <a:pt x="2626645" y="66469"/>
                  </a:lnTo>
                  <a:lnTo>
                    <a:pt x="2603320" y="31876"/>
                  </a:lnTo>
                  <a:lnTo>
                    <a:pt x="2568724" y="8553"/>
                  </a:lnTo>
                  <a:lnTo>
                    <a:pt x="2526360" y="0"/>
                  </a:lnTo>
                  <a:close/>
                </a:path>
              </a:pathLst>
            </a:custGeom>
            <a:solidFill>
              <a:srgbClr val="9CB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1793703" y="8772906"/>
            <a:ext cx="2635250" cy="681990"/>
            <a:chOff x="1793703" y="8772906"/>
            <a:chExt cx="2635250" cy="681990"/>
          </a:xfrm>
        </p:grpSpPr>
        <p:sp>
          <p:nvSpPr>
            <p:cNvPr id="42" name="object 42"/>
            <p:cNvSpPr/>
            <p:nvPr/>
          </p:nvSpPr>
          <p:spPr>
            <a:xfrm>
              <a:off x="1793703" y="8822756"/>
              <a:ext cx="2635250" cy="631825"/>
            </a:xfrm>
            <a:custGeom>
              <a:avLst/>
              <a:gdLst/>
              <a:ahLst/>
              <a:cxnLst/>
              <a:rect l="l" t="t" r="r" b="b"/>
              <a:pathLst>
                <a:path w="2635250" h="631825">
                  <a:moveTo>
                    <a:pt x="2563190" y="0"/>
                  </a:moveTo>
                  <a:lnTo>
                    <a:pt x="71996" y="0"/>
                  </a:lnTo>
                  <a:lnTo>
                    <a:pt x="43971" y="5657"/>
                  </a:lnTo>
                  <a:lnTo>
                    <a:pt x="21086" y="21086"/>
                  </a:lnTo>
                  <a:lnTo>
                    <a:pt x="5657" y="43971"/>
                  </a:lnTo>
                  <a:lnTo>
                    <a:pt x="0" y="71996"/>
                  </a:lnTo>
                  <a:lnTo>
                    <a:pt x="0" y="559803"/>
                  </a:lnTo>
                  <a:lnTo>
                    <a:pt x="5657" y="587828"/>
                  </a:lnTo>
                  <a:lnTo>
                    <a:pt x="21086" y="610712"/>
                  </a:lnTo>
                  <a:lnTo>
                    <a:pt x="43971" y="626141"/>
                  </a:lnTo>
                  <a:lnTo>
                    <a:pt x="71996" y="631799"/>
                  </a:lnTo>
                  <a:lnTo>
                    <a:pt x="2563190" y="631799"/>
                  </a:lnTo>
                  <a:lnTo>
                    <a:pt x="2591222" y="626141"/>
                  </a:lnTo>
                  <a:lnTo>
                    <a:pt x="2614110" y="610712"/>
                  </a:lnTo>
                  <a:lnTo>
                    <a:pt x="2629541" y="587828"/>
                  </a:lnTo>
                  <a:lnTo>
                    <a:pt x="2635199" y="559803"/>
                  </a:lnTo>
                  <a:lnTo>
                    <a:pt x="2635199" y="71996"/>
                  </a:lnTo>
                  <a:lnTo>
                    <a:pt x="2629541" y="43971"/>
                  </a:lnTo>
                  <a:lnTo>
                    <a:pt x="2614110" y="21086"/>
                  </a:lnTo>
                  <a:lnTo>
                    <a:pt x="2591222" y="5657"/>
                  </a:lnTo>
                  <a:lnTo>
                    <a:pt x="2563190" y="0"/>
                  </a:lnTo>
                  <a:close/>
                </a:path>
              </a:pathLst>
            </a:custGeom>
            <a:solidFill>
              <a:srgbClr val="F4F6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793704" y="8772906"/>
              <a:ext cx="2635250" cy="217804"/>
            </a:xfrm>
            <a:custGeom>
              <a:avLst/>
              <a:gdLst/>
              <a:ahLst/>
              <a:cxnLst/>
              <a:rect l="l" t="t" r="r" b="b"/>
              <a:pathLst>
                <a:path w="2635250" h="217804">
                  <a:moveTo>
                    <a:pt x="2526360" y="0"/>
                  </a:moveTo>
                  <a:lnTo>
                    <a:pt x="108826" y="0"/>
                  </a:lnTo>
                  <a:lnTo>
                    <a:pt x="66463" y="8553"/>
                  </a:lnTo>
                  <a:lnTo>
                    <a:pt x="31872" y="31876"/>
                  </a:lnTo>
                  <a:lnTo>
                    <a:pt x="8551" y="66469"/>
                  </a:lnTo>
                  <a:lnTo>
                    <a:pt x="0" y="108826"/>
                  </a:lnTo>
                  <a:lnTo>
                    <a:pt x="8551" y="151190"/>
                  </a:lnTo>
                  <a:lnTo>
                    <a:pt x="31872" y="185786"/>
                  </a:lnTo>
                  <a:lnTo>
                    <a:pt x="66463" y="209112"/>
                  </a:lnTo>
                  <a:lnTo>
                    <a:pt x="108826" y="217665"/>
                  </a:lnTo>
                  <a:lnTo>
                    <a:pt x="2526360" y="217665"/>
                  </a:lnTo>
                  <a:lnTo>
                    <a:pt x="2568724" y="209112"/>
                  </a:lnTo>
                  <a:lnTo>
                    <a:pt x="2603320" y="185786"/>
                  </a:lnTo>
                  <a:lnTo>
                    <a:pt x="2626645" y="151190"/>
                  </a:lnTo>
                  <a:lnTo>
                    <a:pt x="2635199" y="108826"/>
                  </a:lnTo>
                  <a:lnTo>
                    <a:pt x="2626645" y="66469"/>
                  </a:lnTo>
                  <a:lnTo>
                    <a:pt x="2603320" y="31876"/>
                  </a:lnTo>
                  <a:lnTo>
                    <a:pt x="2568724" y="8553"/>
                  </a:lnTo>
                  <a:lnTo>
                    <a:pt x="2526360" y="0"/>
                  </a:lnTo>
                  <a:close/>
                </a:path>
              </a:pathLst>
            </a:custGeom>
            <a:solidFill>
              <a:srgbClr val="9CB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/>
          <p:nvPr/>
        </p:nvSpPr>
        <p:spPr>
          <a:xfrm>
            <a:off x="648000" y="1432805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5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208001" y="1432805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5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62100" y="1455045"/>
            <a:ext cx="848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동작</a:t>
            </a:r>
            <a:r>
              <a:rPr sz="1200" b="1" spc="-10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방식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40" dirty="0">
                <a:solidFill>
                  <a:srgbClr val="231F20"/>
                </a:solidFill>
                <a:latin typeface="나눔바른고딕OTF"/>
                <a:cs typeface="나눔바른고딕OTF"/>
              </a:rPr>
              <a:t>설명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422099" y="1455045"/>
            <a:ext cx="1341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solidFill>
                  <a:srgbClr val="231F20"/>
                </a:solidFill>
                <a:latin typeface="나눔바른고딕OTF"/>
                <a:cs typeface="나눔바른고딕OTF"/>
              </a:rPr>
              <a:t>색상설정</a:t>
            </a:r>
            <a:r>
              <a:rPr sz="1200" b="1" spc="-10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예제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10" dirty="0">
                <a:solidFill>
                  <a:srgbClr val="231F20"/>
                </a:solidFill>
                <a:latin typeface="나눔바른고딕OTF"/>
                <a:cs typeface="나눔바른고딕OTF"/>
              </a:rPr>
              <a:t>-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45" dirty="0">
                <a:solidFill>
                  <a:srgbClr val="231F20"/>
                </a:solidFill>
                <a:latin typeface="나눔바른고딕OTF"/>
                <a:cs typeface="나눔바른고딕OTF"/>
              </a:rPr>
              <a:t>시퀀스</a:t>
            </a:r>
            <a:endParaRPr sz="1200">
              <a:latin typeface="나눔바른고딕OTF"/>
              <a:cs typeface="나눔바른고딕OTF"/>
            </a:endParaRPr>
          </a:p>
        </p:txBody>
      </p:sp>
      <p:pic>
        <p:nvPicPr>
          <p:cNvPr id="48" name="object 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106" y="1528203"/>
            <a:ext cx="73799" cy="7379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8106" y="1528203"/>
            <a:ext cx="73799" cy="73799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626300" y="1826205"/>
            <a:ext cx="63576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동작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방식을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이해하였으면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신규로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나만의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프로그램을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제작하거나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기존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프로그램을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변형하여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사용자가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생각하는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30" dirty="0">
                <a:solidFill>
                  <a:srgbClr val="050000"/>
                </a:solidFill>
                <a:latin typeface="나눔명조OTF"/>
                <a:cs typeface="나눔명조OTF"/>
              </a:rPr>
              <a:t>부분으로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프로그램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응용이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가능합니다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*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4372A1"/>
                </a:solidFill>
                <a:latin typeface="나눔명조OTF"/>
                <a:cs typeface="나눔명조OTF"/>
              </a:rPr>
              <a:t>동작방식에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따라</a:t>
            </a:r>
            <a:r>
              <a:rPr sz="1000" spc="-4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색상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4372A1"/>
                </a:solidFill>
                <a:latin typeface="나눔명조OTF"/>
                <a:cs typeface="나눔명조OTF"/>
              </a:rPr>
              <a:t>지정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방식이</a:t>
            </a:r>
            <a:r>
              <a:rPr sz="1000" spc="-4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다르게</a:t>
            </a:r>
            <a:r>
              <a:rPr sz="1000" spc="-50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구성되어</a:t>
            </a:r>
            <a:r>
              <a:rPr sz="1000" spc="-45" dirty="0">
                <a:solidFill>
                  <a:srgbClr val="4372A1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4372A1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195301" y="1826205"/>
            <a:ext cx="649668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시퀀스는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미리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지정된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순서대로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불빛이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들어오는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동작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방식입니다.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이를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활용하여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정해진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반복운동을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수행할때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가장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적합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하게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사용할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사이드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스탭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-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3P를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예제로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활용하여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시퀀스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색상설정에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어떻게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동작하고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수정할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있는지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알아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보겠습니다.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755159" y="2662844"/>
            <a:ext cx="2108200" cy="466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프로그램</a:t>
            </a:r>
            <a:endParaRPr sz="1200">
              <a:latin typeface="나눔바른고딕OTF"/>
              <a:cs typeface="나눔바른고딕OTF"/>
            </a:endParaRPr>
          </a:p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두더지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잡기, 빠르게 발차기, 선착순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달리기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376416" y="2662844"/>
            <a:ext cx="1467485" cy="466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랜덤</a:t>
            </a:r>
            <a:endParaRPr sz="1200">
              <a:latin typeface="나눔바른고딕OTF"/>
              <a:cs typeface="나눔바른고딕OTF"/>
            </a:endParaRPr>
          </a:p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랜덤하게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불빛이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켜집니다.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216803" y="4696146"/>
            <a:ext cx="1184910" cy="69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프로그램</a:t>
            </a:r>
            <a:endParaRPr sz="1200">
              <a:latin typeface="나눔바른고딕OTF"/>
              <a:cs typeface="나눔바른고딕OTF"/>
            </a:endParaRPr>
          </a:p>
          <a:p>
            <a:pPr marL="12700" marR="5080" algn="ctr">
              <a:lnSpc>
                <a:spcPct val="150000"/>
              </a:lnSpc>
              <a:spcBef>
                <a:spcPts val="229"/>
              </a:spcBef>
            </a:pP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불빛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방향으로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공굴리기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과일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색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찾기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804574" y="4608316"/>
            <a:ext cx="2613660" cy="7562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1200" b="1" spc="-50" dirty="0">
                <a:solidFill>
                  <a:srgbClr val="050000"/>
                </a:solidFill>
                <a:latin typeface="나눔바른고딕OTF"/>
                <a:cs typeface="나눔바른고딕OTF"/>
              </a:rPr>
              <a:t>픽</a:t>
            </a:r>
            <a:endParaRPr sz="1200" dirty="0">
              <a:latin typeface="나눔바른고딕OTF"/>
              <a:cs typeface="나눔바른고딕OTF"/>
            </a:endParaRPr>
          </a:p>
          <a:p>
            <a:pPr marL="12700" marR="5080" algn="ctr">
              <a:lnSpc>
                <a:spcPct val="114599"/>
              </a:lnSpc>
              <a:spcBef>
                <a:spcPts val="320"/>
              </a:spcBef>
            </a:pP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선택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색상과</a:t>
            </a:r>
            <a:r>
              <a:rPr sz="8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비선택 색상으로</a:t>
            </a:r>
            <a:r>
              <a:rPr sz="8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나누어 지정하고,</a:t>
            </a:r>
            <a:r>
              <a:rPr sz="8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사용자가 선택한</a:t>
            </a:r>
            <a:r>
              <a:rPr sz="8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색</a:t>
            </a:r>
            <a:r>
              <a:rPr sz="8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상을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선택해야 프로그램이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종료됩니다.</a:t>
            </a:r>
            <a:endParaRPr sz="800" dirty="0">
              <a:latin typeface="나눔바른고딕OTF Light"/>
              <a:cs typeface="나눔바른고딕OTF Light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(탭</a:t>
            </a:r>
            <a:r>
              <a:rPr sz="8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전체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불빛이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들어옴)</a:t>
            </a:r>
            <a:endParaRPr sz="800" dirty="0">
              <a:latin typeface="나눔바른고딕OTF Light"/>
              <a:cs typeface="나눔바른고딕OTF Ligh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493663" y="6729446"/>
            <a:ext cx="631190" cy="466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프로그램</a:t>
            </a:r>
            <a:endParaRPr sz="1200">
              <a:latin typeface="나눔바른고딕OTF"/>
              <a:cs typeface="나눔바른고딕OTF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색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판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뒤집기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794211" y="6729446"/>
            <a:ext cx="2632710" cy="683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리버시</a:t>
            </a:r>
            <a:endParaRPr sz="1200">
              <a:latin typeface="나눔바른고딕OTF"/>
              <a:cs typeface="나눔바른고딕OTF"/>
            </a:endParaRPr>
          </a:p>
          <a:p>
            <a:pPr marL="12700" marR="5080" algn="ctr">
              <a:lnSpc>
                <a:spcPct val="114599"/>
              </a:lnSpc>
              <a:spcBef>
                <a:spcPts val="434"/>
              </a:spcBef>
            </a:pP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색상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지정을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앞면과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뒷면으로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해야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합니다.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앞면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불빛을 터치하면</a:t>
            </a:r>
            <a:r>
              <a:rPr sz="8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뒷면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불빛이 나오고,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뒷면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불빛을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터치하면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앞면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불빛이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나옵니다.</a:t>
            </a:r>
            <a:r>
              <a:rPr sz="8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상대방의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색상을</a:t>
            </a:r>
            <a:r>
              <a:rPr sz="8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터치하세요.</a:t>
            </a:r>
            <a:endParaRPr sz="800">
              <a:latin typeface="나눔바른고딕OTF Light"/>
              <a:cs typeface="나눔바른고딕OTF Ligh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606634" y="8762747"/>
            <a:ext cx="2405380" cy="466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프로그램</a:t>
            </a:r>
            <a:endParaRPr sz="1200">
              <a:latin typeface="나눔바른고딕OTF"/>
              <a:cs typeface="나눔바른고딕OTF"/>
            </a:endParaRPr>
          </a:p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내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색상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찾아다니기,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Plank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자세로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색상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터치하기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814937" y="8762747"/>
            <a:ext cx="2590800" cy="57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경쟁</a:t>
            </a:r>
            <a:endParaRPr sz="1200">
              <a:latin typeface="나눔바른고딕OTF"/>
              <a:cs typeface="나눔바른고딕OTF"/>
            </a:endParaRPr>
          </a:p>
          <a:p>
            <a:pPr marL="12700" marR="5080" algn="ctr">
              <a:lnSpc>
                <a:spcPct val="114599"/>
              </a:lnSpc>
              <a:spcBef>
                <a:spcPts val="720"/>
              </a:spcBef>
            </a:pP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플레이어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별로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색상을</a:t>
            </a:r>
            <a:r>
              <a:rPr sz="8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다르게 지정하여,</a:t>
            </a:r>
            <a:r>
              <a:rPr sz="8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플레이어는 지정된</a:t>
            </a:r>
            <a:r>
              <a:rPr sz="8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색상을</a:t>
            </a:r>
            <a:r>
              <a:rPr sz="8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터치해야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점수가</a:t>
            </a:r>
            <a:r>
              <a:rPr sz="8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올라갑니다.</a:t>
            </a:r>
            <a:endParaRPr sz="800">
              <a:latin typeface="나눔바른고딕OTF Light"/>
              <a:cs typeface="나눔바른고딕OTF Ligh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510003" y="3679494"/>
            <a:ext cx="2595245" cy="68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프로그램</a:t>
            </a:r>
            <a:endParaRPr sz="1200">
              <a:latin typeface="나눔바른고딕OTF"/>
              <a:cs typeface="나눔바른고딕OTF"/>
            </a:endParaRPr>
          </a:p>
          <a:p>
            <a:pPr marL="12065" marR="5080" algn="ctr">
              <a:lnSpc>
                <a:spcPct val="166700"/>
              </a:lnSpc>
              <a:spcBef>
                <a:spcPts val="125"/>
              </a:spcBef>
            </a:pPr>
            <a:r>
              <a:rPr sz="900" b="0" spc="-5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Lateral</a:t>
            </a:r>
            <a:r>
              <a:rPr sz="900" b="0" spc="-7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Side</a:t>
            </a:r>
            <a:r>
              <a:rPr sz="900" b="0" spc="-7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Jump,</a:t>
            </a:r>
            <a:r>
              <a:rPr sz="900" b="0" spc="-7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당기기</a:t>
            </a:r>
            <a:r>
              <a:rPr sz="900" b="0" spc="-7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게임,</a:t>
            </a:r>
            <a:r>
              <a:rPr sz="900" b="0" spc="-7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옆으로</a:t>
            </a:r>
            <a:r>
              <a:rPr sz="900" b="0" spc="-7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한발</a:t>
            </a:r>
            <a:r>
              <a:rPr sz="900" b="0" spc="-7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뛰기,</a:t>
            </a:r>
            <a:r>
              <a:rPr sz="900" b="0" spc="-7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홈베이스</a:t>
            </a:r>
            <a:r>
              <a:rPr sz="9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왕복달리기,</a:t>
            </a:r>
            <a:r>
              <a:rPr sz="900" b="0" spc="-6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왕복달리기,</a:t>
            </a:r>
            <a:r>
              <a:rPr sz="9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2인3각</a:t>
            </a:r>
            <a:r>
              <a:rPr sz="9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이어달리기,</a:t>
            </a:r>
            <a:r>
              <a:rPr sz="9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손수레달리기</a:t>
            </a:r>
            <a:endParaRPr sz="900">
              <a:latin typeface="나눔바른고딕OTF Light"/>
              <a:cs typeface="나눔바른고딕OTF Ligh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59558" y="3679494"/>
            <a:ext cx="209804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시퀀스</a:t>
            </a:r>
            <a:endParaRPr sz="1200">
              <a:latin typeface="나눔바른고딕OTF"/>
              <a:cs typeface="나눔바른고딕OTF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sz="9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사용자가</a:t>
            </a:r>
            <a:r>
              <a:rPr sz="900" b="0" spc="-9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설정한</a:t>
            </a:r>
            <a:r>
              <a:rPr sz="900" b="0" spc="-8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</a:t>
            </a:r>
            <a:r>
              <a:rPr sz="900" b="0" spc="-8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순서대로</a:t>
            </a:r>
            <a:r>
              <a:rPr sz="900" b="0" spc="-8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</a:t>
            </a:r>
            <a:r>
              <a:rPr sz="900" b="0" spc="-8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불빛이</a:t>
            </a:r>
            <a:r>
              <a:rPr sz="900" b="0" spc="-8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9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켜집니다.</a:t>
            </a:r>
            <a:endParaRPr sz="900">
              <a:latin typeface="나눔바른고딕OTF Light"/>
              <a:cs typeface="나눔바른고딕OTF Ligh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451245" y="5712796"/>
            <a:ext cx="716280" cy="466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프로그램</a:t>
            </a:r>
            <a:endParaRPr sz="1200">
              <a:latin typeface="나눔바른고딕OTF"/>
              <a:cs typeface="나눔바른고딕OTF"/>
            </a:endParaRPr>
          </a:p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윗몸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일으키기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080723" y="5712796"/>
            <a:ext cx="2059305" cy="57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50000"/>
                </a:solidFill>
                <a:latin typeface="나눔바른고딕OTF"/>
                <a:cs typeface="나눔바른고딕OTF"/>
              </a:rPr>
              <a:t>홈앤어웨이</a:t>
            </a:r>
            <a:endParaRPr sz="1200">
              <a:latin typeface="나눔바른고딕OTF"/>
              <a:cs typeface="나눔바른고딕OTF"/>
            </a:endParaRPr>
          </a:p>
          <a:p>
            <a:pPr marL="12700" marR="5080" algn="ctr">
              <a:lnSpc>
                <a:spcPct val="114599"/>
              </a:lnSpc>
              <a:spcBef>
                <a:spcPts val="720"/>
              </a:spcBef>
            </a:pP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하나의</a:t>
            </a:r>
            <a:r>
              <a:rPr sz="8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홈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탭과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다수의</a:t>
            </a:r>
            <a:r>
              <a:rPr sz="8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어웨이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탭이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교차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점등합니다.</a:t>
            </a:r>
            <a:r>
              <a:rPr sz="8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홈</a:t>
            </a:r>
            <a:r>
              <a:rPr sz="8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&lt;-</a:t>
            </a:r>
            <a:r>
              <a:rPr sz="8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&gt;</a:t>
            </a:r>
            <a:r>
              <a:rPr sz="8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어웨이</a:t>
            </a:r>
            <a:r>
              <a:rPr sz="8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탭들</a:t>
            </a:r>
            <a:r>
              <a:rPr sz="8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(어웨이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탭은</a:t>
            </a:r>
            <a:r>
              <a:rPr sz="8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랜덤</a:t>
            </a:r>
            <a:r>
              <a:rPr sz="8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동작)</a:t>
            </a:r>
            <a:endParaRPr sz="800">
              <a:latin typeface="나눔바른고딕OTF Light"/>
              <a:cs typeface="나눔바른고딕OTF Ligh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525811" y="7662466"/>
            <a:ext cx="2567940" cy="74104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sz="1200" b="1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프로그램</a:t>
            </a:r>
            <a:endParaRPr sz="1200">
              <a:latin typeface="나눔바른고딕OTF"/>
              <a:cs typeface="나눔바른고딕OTF"/>
            </a:endParaRPr>
          </a:p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Short-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Term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Memory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Training</a:t>
            </a:r>
            <a:endParaRPr sz="1000">
              <a:latin typeface="나눔바른고딕OTF Light"/>
              <a:cs typeface="나눔바른고딕OTF Light"/>
            </a:endParaRPr>
          </a:p>
          <a:p>
            <a:pPr marL="12700" marR="5080" algn="ctr">
              <a:lnSpc>
                <a:spcPts val="900"/>
              </a:lnSpc>
              <a:spcBef>
                <a:spcPts val="25"/>
              </a:spcBef>
            </a:pPr>
            <a:r>
              <a:rPr sz="7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(예: 4개의 </a:t>
            </a:r>
            <a:r>
              <a:rPr sz="7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운동기구가</a:t>
            </a:r>
            <a:r>
              <a:rPr sz="7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랜덤하게 </a:t>
            </a:r>
            <a:r>
              <a:rPr sz="7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한</a:t>
            </a:r>
            <a:r>
              <a:rPr sz="7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7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번씩 불빛 동작 </a:t>
            </a:r>
            <a:r>
              <a:rPr sz="7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후</a:t>
            </a:r>
            <a:r>
              <a:rPr sz="7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7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꺼지는 </a:t>
            </a:r>
            <a:r>
              <a:rPr sz="7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프로그램으로</a:t>
            </a:r>
            <a:r>
              <a:rPr sz="7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7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불빛 순서를 맞추는 두뇌향상</a:t>
            </a:r>
            <a:r>
              <a:rPr sz="7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7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프로그램임)</a:t>
            </a:r>
            <a:endParaRPr sz="700">
              <a:latin typeface="나눔바른고딕OTF Light"/>
              <a:cs typeface="나눔바른고딕OTF Ligh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818646" y="7649343"/>
            <a:ext cx="2583815" cy="77089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sz="1200" b="1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셔플</a:t>
            </a:r>
            <a:endParaRPr sz="1200">
              <a:latin typeface="나눔바른고딕OTF"/>
              <a:cs typeface="나눔바른고딕OTF"/>
            </a:endParaRPr>
          </a:p>
          <a:p>
            <a:pPr marL="12700" marR="5080" algn="ctr">
              <a:lnSpc>
                <a:spcPct val="114599"/>
              </a:lnSpc>
              <a:spcBef>
                <a:spcPts val="370"/>
              </a:spcBef>
            </a:pP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연결된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탭들은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랜덤으로 </a:t>
            </a:r>
            <a:r>
              <a:rPr sz="8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한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번씩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점등됩니다.</a:t>
            </a:r>
            <a:r>
              <a:rPr sz="8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      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랜덤과 차이는 불빛이 들어온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탭은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다음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불빛에서 제외되고 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나머지</a:t>
            </a:r>
            <a:r>
              <a:rPr sz="8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들로만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랜덤으로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불빛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동작합니다.</a:t>
            </a:r>
            <a:endParaRPr sz="800">
              <a:latin typeface="나눔바른고딕OTF Light"/>
              <a:cs typeface="나눔바른고딕OTF Light"/>
            </a:endParaRPr>
          </a:p>
        </p:txBody>
      </p:sp>
      <p:pic>
        <p:nvPicPr>
          <p:cNvPr id="66" name="object 6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000" y="2673007"/>
            <a:ext cx="1090803" cy="681646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9000" y="4706302"/>
            <a:ext cx="1090803" cy="681647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9000" y="6739611"/>
            <a:ext cx="1090803" cy="681634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9000" y="8772906"/>
            <a:ext cx="1090803" cy="681647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9000" y="3689655"/>
            <a:ext cx="1090803" cy="681647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9000" y="5722963"/>
            <a:ext cx="1090803" cy="681647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9000" y="7756245"/>
            <a:ext cx="1090803" cy="681659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09347" y="2615958"/>
            <a:ext cx="1813047" cy="3684689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8163611" y="6364897"/>
            <a:ext cx="3823970" cy="3822700"/>
            <a:chOff x="8163611" y="6364897"/>
            <a:chExt cx="3823970" cy="3822700"/>
          </a:xfrm>
        </p:grpSpPr>
        <p:sp>
          <p:nvSpPr>
            <p:cNvPr id="75" name="object 75"/>
            <p:cNvSpPr/>
            <p:nvPr/>
          </p:nvSpPr>
          <p:spPr>
            <a:xfrm>
              <a:off x="8163611" y="6364897"/>
              <a:ext cx="1952625" cy="3822700"/>
            </a:xfrm>
            <a:custGeom>
              <a:avLst/>
              <a:gdLst/>
              <a:ahLst/>
              <a:cxnLst/>
              <a:rect l="l" t="t" r="r" b="b"/>
              <a:pathLst>
                <a:path w="1952625" h="3822700">
                  <a:moveTo>
                    <a:pt x="1952244" y="0"/>
                  </a:moveTo>
                  <a:lnTo>
                    <a:pt x="0" y="0"/>
                  </a:lnTo>
                  <a:lnTo>
                    <a:pt x="0" y="3822191"/>
                  </a:lnTo>
                  <a:lnTo>
                    <a:pt x="1952244" y="3822191"/>
                  </a:lnTo>
                  <a:lnTo>
                    <a:pt x="1952244" y="0"/>
                  </a:lnTo>
                  <a:close/>
                </a:path>
              </a:pathLst>
            </a:custGeom>
            <a:solidFill>
              <a:srgbClr val="231F20">
                <a:alpha val="22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09347" y="6409296"/>
              <a:ext cx="1813047" cy="3684676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10137601" y="8335755"/>
              <a:ext cx="1849755" cy="268605"/>
            </a:xfrm>
            <a:custGeom>
              <a:avLst/>
              <a:gdLst/>
              <a:ahLst/>
              <a:cxnLst/>
              <a:rect l="l" t="t" r="r" b="b"/>
              <a:pathLst>
                <a:path w="1849754" h="268604">
                  <a:moveTo>
                    <a:pt x="1715401" y="0"/>
                  </a:moveTo>
                  <a:lnTo>
                    <a:pt x="134099" y="0"/>
                  </a:lnTo>
                  <a:lnTo>
                    <a:pt x="91711" y="6835"/>
                  </a:lnTo>
                  <a:lnTo>
                    <a:pt x="54899" y="25871"/>
                  </a:lnTo>
                  <a:lnTo>
                    <a:pt x="25871" y="54899"/>
                  </a:lnTo>
                  <a:lnTo>
                    <a:pt x="6835" y="91711"/>
                  </a:lnTo>
                  <a:lnTo>
                    <a:pt x="0" y="134099"/>
                  </a:lnTo>
                  <a:lnTo>
                    <a:pt x="6835" y="176487"/>
                  </a:lnTo>
                  <a:lnTo>
                    <a:pt x="25871" y="213298"/>
                  </a:lnTo>
                  <a:lnTo>
                    <a:pt x="54899" y="242326"/>
                  </a:lnTo>
                  <a:lnTo>
                    <a:pt x="91711" y="261362"/>
                  </a:lnTo>
                  <a:lnTo>
                    <a:pt x="134099" y="268198"/>
                  </a:lnTo>
                  <a:lnTo>
                    <a:pt x="1715401" y="268198"/>
                  </a:lnTo>
                  <a:lnTo>
                    <a:pt x="1757784" y="261362"/>
                  </a:lnTo>
                  <a:lnTo>
                    <a:pt x="1794595" y="242326"/>
                  </a:lnTo>
                  <a:lnTo>
                    <a:pt x="1823625" y="213298"/>
                  </a:lnTo>
                  <a:lnTo>
                    <a:pt x="1842663" y="176487"/>
                  </a:lnTo>
                  <a:lnTo>
                    <a:pt x="1849500" y="134099"/>
                  </a:lnTo>
                  <a:lnTo>
                    <a:pt x="1842663" y="91711"/>
                  </a:lnTo>
                  <a:lnTo>
                    <a:pt x="1823625" y="54899"/>
                  </a:lnTo>
                  <a:lnTo>
                    <a:pt x="1794595" y="25871"/>
                  </a:lnTo>
                  <a:lnTo>
                    <a:pt x="1757784" y="6835"/>
                  </a:lnTo>
                  <a:lnTo>
                    <a:pt x="1715401" y="0"/>
                  </a:lnTo>
                  <a:close/>
                </a:path>
              </a:pathLst>
            </a:custGeom>
            <a:solidFill>
              <a:srgbClr val="CB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10249099" y="5811651"/>
            <a:ext cx="32315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47AB2"/>
                </a:solidFill>
                <a:latin typeface="나눔바른고딕OTF"/>
                <a:cs typeface="나눔바른고딕OTF"/>
              </a:rPr>
              <a:t>02.</a:t>
            </a:r>
            <a:r>
              <a:rPr sz="1000" b="1" spc="25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운동콘텐츠를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클릭하여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하단에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Read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More를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클릭합니다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0249099" y="6141851"/>
            <a:ext cx="21856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447AB2"/>
                </a:solidFill>
                <a:latin typeface="나눔바른고딕OTF"/>
                <a:cs typeface="나눔바른고딕OTF"/>
              </a:rPr>
              <a:t>03.</a:t>
            </a:r>
            <a:r>
              <a:rPr sz="1000" b="1" spc="1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일반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설정에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색상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설정을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클릭합니다.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249099" y="9004950"/>
            <a:ext cx="427482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80"/>
              </a:lnSpc>
              <a:spcBef>
                <a:spcPts val="100"/>
              </a:spcBef>
            </a:pPr>
            <a:r>
              <a:rPr sz="1500" b="1" baseline="2777" dirty="0">
                <a:solidFill>
                  <a:srgbClr val="447AB2"/>
                </a:solidFill>
                <a:latin typeface="나눔바른고딕OTF"/>
                <a:cs typeface="나눔바른고딕OTF"/>
              </a:rPr>
              <a:t>02.</a:t>
            </a:r>
            <a:r>
              <a:rPr sz="1500" b="1" spc="22" baseline="2777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모양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아이콘을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누르면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현재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단계에서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점등될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모션탭을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선택할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있습니다</a:t>
            </a:r>
            <a:endParaRPr sz="1000">
              <a:latin typeface="나눔명조OTF"/>
              <a:cs typeface="나눔명조OTF"/>
            </a:endParaRPr>
          </a:p>
          <a:p>
            <a:pPr marL="12700">
              <a:lnSpc>
                <a:spcPts val="940"/>
              </a:lnSpc>
            </a:pPr>
            <a:r>
              <a:rPr sz="800" dirty="0">
                <a:solidFill>
                  <a:srgbClr val="45709F"/>
                </a:solidFill>
                <a:latin typeface="나눔명조OTF"/>
                <a:cs typeface="나눔명조OTF"/>
              </a:rPr>
              <a:t>*</a:t>
            </a:r>
            <a:r>
              <a:rPr sz="800" spc="-30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다중</a:t>
            </a:r>
            <a:r>
              <a:rPr sz="800" spc="-30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선택</a:t>
            </a:r>
            <a:r>
              <a:rPr sz="800" spc="-25" dirty="0">
                <a:solidFill>
                  <a:srgbClr val="45709F"/>
                </a:solidFill>
                <a:latin typeface="나눔명조OTF"/>
                <a:cs typeface="나눔명조OTF"/>
              </a:rPr>
              <a:t> 가능합니다.</a:t>
            </a:r>
            <a:r>
              <a:rPr sz="800" spc="-30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다중</a:t>
            </a:r>
            <a:r>
              <a:rPr sz="800" spc="-2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선택시</a:t>
            </a:r>
            <a:r>
              <a:rPr sz="800" spc="-30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45709F"/>
                </a:solidFill>
                <a:latin typeface="나눔명조OTF"/>
                <a:cs typeface="나눔명조OTF"/>
              </a:rPr>
              <a:t>손</a:t>
            </a:r>
            <a:r>
              <a:rPr sz="800" spc="-2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모양</a:t>
            </a:r>
            <a:r>
              <a:rPr sz="800" spc="-30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아이콘</a:t>
            </a:r>
            <a:r>
              <a:rPr sz="800" spc="-2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옆에</a:t>
            </a:r>
            <a:r>
              <a:rPr sz="800" spc="-30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탭#1,</a:t>
            </a:r>
            <a:r>
              <a:rPr sz="800" spc="-30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탭#2,</a:t>
            </a:r>
            <a:r>
              <a:rPr sz="800" spc="-2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탭#3.....</a:t>
            </a:r>
            <a:r>
              <a:rPr sz="800" spc="-30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5709F"/>
                </a:solidFill>
                <a:latin typeface="나눔명조OTF"/>
                <a:cs typeface="나눔명조OTF"/>
              </a:rPr>
              <a:t>클릭하여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색상을</a:t>
            </a:r>
            <a:r>
              <a:rPr sz="800" spc="-30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5709F"/>
                </a:solidFill>
                <a:latin typeface="나눔명조OTF"/>
                <a:cs typeface="나눔명조OTF"/>
              </a:rPr>
              <a:t>설정</a:t>
            </a:r>
            <a:endParaRPr sz="800">
              <a:latin typeface="나눔명조OTF"/>
              <a:cs typeface="나눔명조OTF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800" dirty="0">
                <a:solidFill>
                  <a:srgbClr val="45709F"/>
                </a:solidFill>
                <a:latin typeface="나눔명조OTF"/>
                <a:cs typeface="나눔명조OTF"/>
              </a:rPr>
              <a:t>할</a:t>
            </a:r>
            <a:r>
              <a:rPr sz="800" spc="-4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45709F"/>
                </a:solidFill>
                <a:latin typeface="나눔명조OTF"/>
                <a:cs typeface="나눔명조OTF"/>
              </a:rPr>
              <a:t>수</a:t>
            </a:r>
            <a:r>
              <a:rPr sz="800" spc="-4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있습니다.</a:t>
            </a:r>
            <a:endParaRPr sz="800">
              <a:latin typeface="나눔명조OTF"/>
              <a:cs typeface="나눔명조OTF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0249099" y="9601850"/>
            <a:ext cx="2457450" cy="50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baseline="2777" dirty="0">
                <a:solidFill>
                  <a:srgbClr val="447AB2"/>
                </a:solidFill>
                <a:latin typeface="나눔바른고딕OTF"/>
                <a:cs typeface="나눔바른고딕OTF"/>
              </a:rPr>
              <a:t>03.</a:t>
            </a:r>
            <a:r>
              <a:rPr sz="1500" b="1" spc="22" baseline="2777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색상을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선택할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있습니다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>
              <a:latin typeface="나눔명조OTF"/>
              <a:cs typeface="나눔명조OTF"/>
            </a:endParaRPr>
          </a:p>
          <a:p>
            <a:pPr marL="12700">
              <a:lnSpc>
                <a:spcPct val="100000"/>
              </a:lnSpc>
            </a:pPr>
            <a:r>
              <a:rPr sz="1500" b="1" baseline="2777" dirty="0">
                <a:solidFill>
                  <a:srgbClr val="447AB2"/>
                </a:solidFill>
                <a:latin typeface="나눔바른고딕OTF"/>
                <a:cs typeface="나눔바른고딕OTF"/>
              </a:rPr>
              <a:t>04.</a:t>
            </a:r>
            <a:r>
              <a:rPr sz="1500" b="1" spc="15" baseline="2777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확인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버튼을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눌러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설정한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값을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저장합니다.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249099" y="8357996"/>
            <a:ext cx="4021454" cy="494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5" dirty="0">
                <a:solidFill>
                  <a:srgbClr val="4279B1"/>
                </a:solidFill>
                <a:latin typeface="나눔바른고딕OTF"/>
                <a:cs typeface="나눔바른고딕OTF"/>
              </a:rPr>
              <a:t>02.</a:t>
            </a:r>
            <a:r>
              <a:rPr sz="1200" b="1" spc="-100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색상</a:t>
            </a:r>
            <a:r>
              <a:rPr sz="1200" b="1" spc="-9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5" dirty="0">
                <a:solidFill>
                  <a:srgbClr val="4279B1"/>
                </a:solidFill>
                <a:latin typeface="나눔바른고딕OTF"/>
                <a:cs typeface="나눔바른고딕OTF"/>
              </a:rPr>
              <a:t>설정</a:t>
            </a:r>
            <a:endParaRPr sz="1200">
              <a:latin typeface="나눔바른고딕OTF"/>
              <a:cs typeface="나눔바른고딕OTF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500" b="1" spc="-30" baseline="2777" dirty="0">
                <a:solidFill>
                  <a:srgbClr val="447AB2"/>
                </a:solidFill>
                <a:latin typeface="나눔바른고딕OTF"/>
                <a:cs typeface="나눔바른고딕OTF"/>
              </a:rPr>
              <a:t>01.</a:t>
            </a:r>
            <a:r>
              <a:rPr sz="1500" b="1" spc="-60" baseline="2777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단계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추가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혹은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삭제할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200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*</a:t>
            </a:r>
            <a:r>
              <a:rPr sz="1200" spc="-60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1200" spc="-30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단계가</a:t>
            </a:r>
            <a:r>
              <a:rPr sz="1200" spc="-52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1200" spc="-30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끝나면</a:t>
            </a:r>
            <a:r>
              <a:rPr sz="1200" spc="-60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1200" spc="-30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1단계</a:t>
            </a:r>
            <a:r>
              <a:rPr sz="1200" spc="-60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1200" spc="-30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부터</a:t>
            </a:r>
            <a:r>
              <a:rPr sz="1200" spc="-60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1200" spc="-30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다시</a:t>
            </a:r>
            <a:r>
              <a:rPr sz="1200" spc="-60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1200" spc="-15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시작됩니다</a:t>
            </a:r>
            <a:endParaRPr sz="1200" baseline="3472">
              <a:latin typeface="나눔명조OTF"/>
              <a:cs typeface="나눔명조OTF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10137601" y="5151882"/>
            <a:ext cx="1849755" cy="268605"/>
          </a:xfrm>
          <a:custGeom>
            <a:avLst/>
            <a:gdLst/>
            <a:ahLst/>
            <a:cxnLst/>
            <a:rect l="l" t="t" r="r" b="b"/>
            <a:pathLst>
              <a:path w="1849754" h="268604">
                <a:moveTo>
                  <a:pt x="1715401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1715401" y="268198"/>
                </a:lnTo>
                <a:lnTo>
                  <a:pt x="1757784" y="261362"/>
                </a:lnTo>
                <a:lnTo>
                  <a:pt x="1794595" y="242326"/>
                </a:lnTo>
                <a:lnTo>
                  <a:pt x="1823625" y="213298"/>
                </a:lnTo>
                <a:lnTo>
                  <a:pt x="1842663" y="176487"/>
                </a:lnTo>
                <a:lnTo>
                  <a:pt x="1849500" y="134099"/>
                </a:lnTo>
                <a:lnTo>
                  <a:pt x="1842663" y="91711"/>
                </a:lnTo>
                <a:lnTo>
                  <a:pt x="1823625" y="54899"/>
                </a:lnTo>
                <a:lnTo>
                  <a:pt x="1794595" y="25871"/>
                </a:lnTo>
                <a:lnTo>
                  <a:pt x="1757784" y="6835"/>
                </a:lnTo>
                <a:lnTo>
                  <a:pt x="1715401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10249099" y="5174122"/>
            <a:ext cx="3830320" cy="48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5" dirty="0">
                <a:solidFill>
                  <a:srgbClr val="4279B1"/>
                </a:solidFill>
                <a:latin typeface="나눔바른고딕OTF"/>
                <a:cs typeface="나눔바른고딕OTF"/>
              </a:rPr>
              <a:t>01.</a:t>
            </a:r>
            <a:r>
              <a:rPr sz="1200" b="1" spc="-100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색상</a:t>
            </a:r>
            <a:r>
              <a:rPr sz="1200" b="1" spc="-100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설정</a:t>
            </a:r>
            <a:r>
              <a:rPr sz="1200" b="1" spc="-100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5" dirty="0">
                <a:solidFill>
                  <a:srgbClr val="4279B1"/>
                </a:solidFill>
                <a:latin typeface="나눔바른고딕OTF"/>
                <a:cs typeface="나눔바른고딕OTF"/>
              </a:rPr>
              <a:t>경로</a:t>
            </a:r>
            <a:endParaRPr sz="1200">
              <a:latin typeface="나눔바른고딕OTF"/>
              <a:cs typeface="나눔바른고딕OTF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01.</a:t>
            </a:r>
            <a:r>
              <a:rPr sz="1000" b="1" spc="-4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검색창에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"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사이드스탭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런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3P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"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입력하면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관련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운동콘텐츠가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나옵니다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0" y="0"/>
            <a:ext cx="5058410" cy="1036955"/>
          </a:xfrm>
          <a:custGeom>
            <a:avLst/>
            <a:gdLst/>
            <a:ahLst/>
            <a:cxnLst/>
            <a:rect l="l" t="t" r="r" b="b"/>
            <a:pathLst>
              <a:path w="5058410" h="1036955">
                <a:moveTo>
                  <a:pt x="5009705" y="0"/>
                </a:moveTo>
                <a:lnTo>
                  <a:pt x="8694" y="0"/>
                </a:lnTo>
                <a:lnTo>
                  <a:pt x="7847" y="654"/>
                </a:lnTo>
                <a:lnTo>
                  <a:pt x="0" y="10812"/>
                </a:lnTo>
                <a:lnTo>
                  <a:pt x="0" y="979201"/>
                </a:lnTo>
                <a:lnTo>
                  <a:pt x="7847" y="989359"/>
                </a:lnTo>
                <a:lnTo>
                  <a:pt x="40634" y="1014690"/>
                </a:lnTo>
                <a:lnTo>
                  <a:pt x="79333" y="1031021"/>
                </a:lnTo>
                <a:lnTo>
                  <a:pt x="122400" y="1036807"/>
                </a:lnTo>
                <a:lnTo>
                  <a:pt x="4895999" y="1036807"/>
                </a:lnTo>
                <a:lnTo>
                  <a:pt x="4939066" y="1031021"/>
                </a:lnTo>
                <a:lnTo>
                  <a:pt x="4977765" y="1014690"/>
                </a:lnTo>
                <a:lnTo>
                  <a:pt x="5010552" y="989359"/>
                </a:lnTo>
                <a:lnTo>
                  <a:pt x="5035883" y="956572"/>
                </a:lnTo>
                <a:lnTo>
                  <a:pt x="5052214" y="917873"/>
                </a:lnTo>
                <a:lnTo>
                  <a:pt x="5058001" y="874806"/>
                </a:lnTo>
                <a:lnTo>
                  <a:pt x="5058001" y="115206"/>
                </a:lnTo>
                <a:lnTo>
                  <a:pt x="5052214" y="72140"/>
                </a:lnTo>
                <a:lnTo>
                  <a:pt x="5035883" y="33441"/>
                </a:lnTo>
                <a:lnTo>
                  <a:pt x="5010552" y="654"/>
                </a:lnTo>
                <a:lnTo>
                  <a:pt x="5009705" y="0"/>
                </a:lnTo>
                <a:close/>
              </a:path>
            </a:pathLst>
          </a:custGeom>
          <a:solidFill>
            <a:srgbClr val="3F80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635299" y="853326"/>
            <a:ext cx="171894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0" spc="-5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PART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2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2.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HOW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TO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USE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THE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PRODUCT</a:t>
            </a:r>
            <a:endParaRPr sz="700">
              <a:latin typeface="G마켓 산스 TTF Medium"/>
              <a:cs typeface="G마켓 산스 TTF Medium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35299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12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4482795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13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64699" y="10252781"/>
            <a:ext cx="134556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3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02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제품사용방법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3024752" y="10252781"/>
            <a:ext cx="133985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5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제품사용방법</a:t>
            </a:r>
            <a:r>
              <a:rPr sz="1100" b="0" spc="-3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8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8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2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02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87" name="object 8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2-4.</a:t>
            </a:r>
            <a:r>
              <a:rPr spc="-5" dirty="0"/>
              <a:t> </a:t>
            </a:r>
            <a:r>
              <a:rPr dirty="0"/>
              <a:t>동작방식</a:t>
            </a:r>
            <a:r>
              <a:rPr spc="-5" dirty="0"/>
              <a:t> </a:t>
            </a:r>
            <a:r>
              <a:rPr spc="-25" dirty="0"/>
              <a:t>설명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3575" y="3380028"/>
            <a:ext cx="2578100" cy="3621404"/>
            <a:chOff x="613575" y="3380028"/>
            <a:chExt cx="2578100" cy="3621404"/>
          </a:xfrm>
        </p:grpSpPr>
        <p:sp>
          <p:nvSpPr>
            <p:cNvPr id="3" name="object 3"/>
            <p:cNvSpPr/>
            <p:nvPr/>
          </p:nvSpPr>
          <p:spPr>
            <a:xfrm>
              <a:off x="613575" y="3380028"/>
              <a:ext cx="1847214" cy="3621404"/>
            </a:xfrm>
            <a:custGeom>
              <a:avLst/>
              <a:gdLst/>
              <a:ahLst/>
              <a:cxnLst/>
              <a:rect l="l" t="t" r="r" b="b"/>
              <a:pathLst>
                <a:path w="1847214" h="3621404">
                  <a:moveTo>
                    <a:pt x="1847088" y="0"/>
                  </a:moveTo>
                  <a:lnTo>
                    <a:pt x="0" y="0"/>
                  </a:lnTo>
                  <a:lnTo>
                    <a:pt x="0" y="3621024"/>
                  </a:lnTo>
                  <a:lnTo>
                    <a:pt x="1847088" y="3621024"/>
                  </a:lnTo>
                  <a:lnTo>
                    <a:pt x="1847088" y="0"/>
                  </a:lnTo>
                  <a:close/>
                </a:path>
              </a:pathLst>
            </a:custGeom>
            <a:solidFill>
              <a:srgbClr val="231F2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672" y="3424428"/>
              <a:ext cx="1712099" cy="34795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96387" y="4401146"/>
              <a:ext cx="395605" cy="2503170"/>
            </a:xfrm>
            <a:custGeom>
              <a:avLst/>
              <a:gdLst/>
              <a:ahLst/>
              <a:cxnLst/>
              <a:rect l="l" t="t" r="r" b="b"/>
              <a:pathLst>
                <a:path w="395605" h="2503170">
                  <a:moveTo>
                    <a:pt x="395198" y="2441613"/>
                  </a:moveTo>
                  <a:lnTo>
                    <a:pt x="390398" y="2417788"/>
                  </a:lnTo>
                  <a:lnTo>
                    <a:pt x="377278" y="2398344"/>
                  </a:lnTo>
                  <a:lnTo>
                    <a:pt x="357835" y="2385225"/>
                  </a:lnTo>
                  <a:lnTo>
                    <a:pt x="334010" y="2380424"/>
                  </a:lnTo>
                  <a:lnTo>
                    <a:pt x="61188" y="2380424"/>
                  </a:lnTo>
                  <a:lnTo>
                    <a:pt x="37376" y="2385225"/>
                  </a:lnTo>
                  <a:lnTo>
                    <a:pt x="17919" y="2398344"/>
                  </a:lnTo>
                  <a:lnTo>
                    <a:pt x="4813" y="2417788"/>
                  </a:lnTo>
                  <a:lnTo>
                    <a:pt x="0" y="2441613"/>
                  </a:lnTo>
                  <a:lnTo>
                    <a:pt x="4813" y="2465425"/>
                  </a:lnTo>
                  <a:lnTo>
                    <a:pt x="17919" y="2484882"/>
                  </a:lnTo>
                  <a:lnTo>
                    <a:pt x="37376" y="2497988"/>
                  </a:lnTo>
                  <a:lnTo>
                    <a:pt x="61188" y="2502801"/>
                  </a:lnTo>
                  <a:lnTo>
                    <a:pt x="334010" y="2502801"/>
                  </a:lnTo>
                  <a:lnTo>
                    <a:pt x="357835" y="2497988"/>
                  </a:lnTo>
                  <a:lnTo>
                    <a:pt x="377278" y="2484882"/>
                  </a:lnTo>
                  <a:lnTo>
                    <a:pt x="390398" y="2465425"/>
                  </a:lnTo>
                  <a:lnTo>
                    <a:pt x="395198" y="2441613"/>
                  </a:lnTo>
                  <a:close/>
                </a:path>
                <a:path w="395605" h="2503170">
                  <a:moveTo>
                    <a:pt x="395198" y="1251407"/>
                  </a:moveTo>
                  <a:lnTo>
                    <a:pt x="390398" y="1227582"/>
                  </a:lnTo>
                  <a:lnTo>
                    <a:pt x="377278" y="1208138"/>
                  </a:lnTo>
                  <a:lnTo>
                    <a:pt x="357835" y="1195019"/>
                  </a:lnTo>
                  <a:lnTo>
                    <a:pt x="334010" y="1190218"/>
                  </a:lnTo>
                  <a:lnTo>
                    <a:pt x="61188" y="1190218"/>
                  </a:lnTo>
                  <a:lnTo>
                    <a:pt x="37376" y="1195019"/>
                  </a:lnTo>
                  <a:lnTo>
                    <a:pt x="17919" y="1208138"/>
                  </a:lnTo>
                  <a:lnTo>
                    <a:pt x="4813" y="1227582"/>
                  </a:lnTo>
                  <a:lnTo>
                    <a:pt x="0" y="1251407"/>
                  </a:lnTo>
                  <a:lnTo>
                    <a:pt x="4813" y="1275219"/>
                  </a:lnTo>
                  <a:lnTo>
                    <a:pt x="17919" y="1294663"/>
                  </a:lnTo>
                  <a:lnTo>
                    <a:pt x="37376" y="1307782"/>
                  </a:lnTo>
                  <a:lnTo>
                    <a:pt x="61188" y="1312595"/>
                  </a:lnTo>
                  <a:lnTo>
                    <a:pt x="334010" y="1312595"/>
                  </a:lnTo>
                  <a:lnTo>
                    <a:pt x="357835" y="1307782"/>
                  </a:lnTo>
                  <a:lnTo>
                    <a:pt x="377278" y="1294663"/>
                  </a:lnTo>
                  <a:lnTo>
                    <a:pt x="390398" y="1275219"/>
                  </a:lnTo>
                  <a:lnTo>
                    <a:pt x="395198" y="1251407"/>
                  </a:lnTo>
                  <a:close/>
                </a:path>
                <a:path w="395605" h="2503170">
                  <a:moveTo>
                    <a:pt x="395198" y="61188"/>
                  </a:moveTo>
                  <a:lnTo>
                    <a:pt x="390398" y="37376"/>
                  </a:lnTo>
                  <a:lnTo>
                    <a:pt x="377278" y="17932"/>
                  </a:lnTo>
                  <a:lnTo>
                    <a:pt x="357835" y="4813"/>
                  </a:lnTo>
                  <a:lnTo>
                    <a:pt x="334010" y="0"/>
                  </a:lnTo>
                  <a:lnTo>
                    <a:pt x="61188" y="0"/>
                  </a:lnTo>
                  <a:lnTo>
                    <a:pt x="37376" y="4813"/>
                  </a:lnTo>
                  <a:lnTo>
                    <a:pt x="17919" y="17932"/>
                  </a:lnTo>
                  <a:lnTo>
                    <a:pt x="4813" y="37376"/>
                  </a:lnTo>
                  <a:lnTo>
                    <a:pt x="0" y="61188"/>
                  </a:lnTo>
                  <a:lnTo>
                    <a:pt x="4813" y="85013"/>
                  </a:lnTo>
                  <a:lnTo>
                    <a:pt x="17919" y="104457"/>
                  </a:lnTo>
                  <a:lnTo>
                    <a:pt x="37376" y="117576"/>
                  </a:lnTo>
                  <a:lnTo>
                    <a:pt x="61188" y="122377"/>
                  </a:lnTo>
                  <a:lnTo>
                    <a:pt x="334010" y="122377"/>
                  </a:lnTo>
                  <a:lnTo>
                    <a:pt x="357835" y="117576"/>
                  </a:lnTo>
                  <a:lnTo>
                    <a:pt x="377278" y="104457"/>
                  </a:lnTo>
                  <a:lnTo>
                    <a:pt x="390398" y="85013"/>
                  </a:lnTo>
                  <a:lnTo>
                    <a:pt x="395198" y="61188"/>
                  </a:lnTo>
                  <a:close/>
                </a:path>
              </a:pathLst>
            </a:custGeom>
            <a:solidFill>
              <a:srgbClr val="CB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176729" y="4402302"/>
            <a:ext cx="2578100" cy="3621404"/>
            <a:chOff x="8176729" y="4402302"/>
            <a:chExt cx="2578100" cy="3621404"/>
          </a:xfrm>
        </p:grpSpPr>
        <p:sp>
          <p:nvSpPr>
            <p:cNvPr id="7" name="object 7"/>
            <p:cNvSpPr/>
            <p:nvPr/>
          </p:nvSpPr>
          <p:spPr>
            <a:xfrm>
              <a:off x="8176729" y="4402302"/>
              <a:ext cx="1847214" cy="3621404"/>
            </a:xfrm>
            <a:custGeom>
              <a:avLst/>
              <a:gdLst/>
              <a:ahLst/>
              <a:cxnLst/>
              <a:rect l="l" t="t" r="r" b="b"/>
              <a:pathLst>
                <a:path w="1847215" h="3621404">
                  <a:moveTo>
                    <a:pt x="1847088" y="0"/>
                  </a:moveTo>
                  <a:lnTo>
                    <a:pt x="0" y="0"/>
                  </a:lnTo>
                  <a:lnTo>
                    <a:pt x="0" y="3621024"/>
                  </a:lnTo>
                  <a:lnTo>
                    <a:pt x="1847088" y="3621024"/>
                  </a:lnTo>
                  <a:lnTo>
                    <a:pt x="1847088" y="0"/>
                  </a:lnTo>
                  <a:close/>
                </a:path>
              </a:pathLst>
            </a:custGeom>
            <a:solidFill>
              <a:srgbClr val="231F2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17826" y="4446701"/>
              <a:ext cx="1712099" cy="347952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359542" y="5423433"/>
              <a:ext cx="395605" cy="2503170"/>
            </a:xfrm>
            <a:custGeom>
              <a:avLst/>
              <a:gdLst/>
              <a:ahLst/>
              <a:cxnLst/>
              <a:rect l="l" t="t" r="r" b="b"/>
              <a:pathLst>
                <a:path w="395604" h="2503170">
                  <a:moveTo>
                    <a:pt x="395198" y="2441600"/>
                  </a:moveTo>
                  <a:lnTo>
                    <a:pt x="390385" y="2417788"/>
                  </a:lnTo>
                  <a:lnTo>
                    <a:pt x="377278" y="2398344"/>
                  </a:lnTo>
                  <a:lnTo>
                    <a:pt x="357822" y="2385225"/>
                  </a:lnTo>
                  <a:lnTo>
                    <a:pt x="334010" y="2380411"/>
                  </a:lnTo>
                  <a:lnTo>
                    <a:pt x="61188" y="2380411"/>
                  </a:lnTo>
                  <a:lnTo>
                    <a:pt x="37363" y="2385225"/>
                  </a:lnTo>
                  <a:lnTo>
                    <a:pt x="17919" y="2398344"/>
                  </a:lnTo>
                  <a:lnTo>
                    <a:pt x="4800" y="2417788"/>
                  </a:lnTo>
                  <a:lnTo>
                    <a:pt x="0" y="2441600"/>
                  </a:lnTo>
                  <a:lnTo>
                    <a:pt x="4800" y="2465425"/>
                  </a:lnTo>
                  <a:lnTo>
                    <a:pt x="17919" y="2484869"/>
                  </a:lnTo>
                  <a:lnTo>
                    <a:pt x="37363" y="2497988"/>
                  </a:lnTo>
                  <a:lnTo>
                    <a:pt x="61188" y="2502789"/>
                  </a:lnTo>
                  <a:lnTo>
                    <a:pt x="334010" y="2502789"/>
                  </a:lnTo>
                  <a:lnTo>
                    <a:pt x="357822" y="2497988"/>
                  </a:lnTo>
                  <a:lnTo>
                    <a:pt x="377278" y="2484869"/>
                  </a:lnTo>
                  <a:lnTo>
                    <a:pt x="390385" y="2465425"/>
                  </a:lnTo>
                  <a:lnTo>
                    <a:pt x="395198" y="2441600"/>
                  </a:lnTo>
                  <a:close/>
                </a:path>
                <a:path w="395604" h="2503170">
                  <a:moveTo>
                    <a:pt x="395198" y="1251394"/>
                  </a:moveTo>
                  <a:lnTo>
                    <a:pt x="390385" y="1227582"/>
                  </a:lnTo>
                  <a:lnTo>
                    <a:pt x="377278" y="1208125"/>
                  </a:lnTo>
                  <a:lnTo>
                    <a:pt x="357822" y="1195019"/>
                  </a:lnTo>
                  <a:lnTo>
                    <a:pt x="334010" y="1190205"/>
                  </a:lnTo>
                  <a:lnTo>
                    <a:pt x="61188" y="1190205"/>
                  </a:lnTo>
                  <a:lnTo>
                    <a:pt x="37363" y="1195019"/>
                  </a:lnTo>
                  <a:lnTo>
                    <a:pt x="17919" y="1208125"/>
                  </a:lnTo>
                  <a:lnTo>
                    <a:pt x="4800" y="1227582"/>
                  </a:lnTo>
                  <a:lnTo>
                    <a:pt x="0" y="1251394"/>
                  </a:lnTo>
                  <a:lnTo>
                    <a:pt x="4800" y="1275219"/>
                  </a:lnTo>
                  <a:lnTo>
                    <a:pt x="17919" y="1294663"/>
                  </a:lnTo>
                  <a:lnTo>
                    <a:pt x="37363" y="1307782"/>
                  </a:lnTo>
                  <a:lnTo>
                    <a:pt x="61188" y="1312583"/>
                  </a:lnTo>
                  <a:lnTo>
                    <a:pt x="334010" y="1312583"/>
                  </a:lnTo>
                  <a:lnTo>
                    <a:pt x="357822" y="1307782"/>
                  </a:lnTo>
                  <a:lnTo>
                    <a:pt x="377278" y="1294663"/>
                  </a:lnTo>
                  <a:lnTo>
                    <a:pt x="390385" y="1275219"/>
                  </a:lnTo>
                  <a:lnTo>
                    <a:pt x="395198" y="1251394"/>
                  </a:lnTo>
                  <a:close/>
                </a:path>
                <a:path w="395604" h="2503170">
                  <a:moveTo>
                    <a:pt x="395198" y="61188"/>
                  </a:moveTo>
                  <a:lnTo>
                    <a:pt x="390385" y="37376"/>
                  </a:lnTo>
                  <a:lnTo>
                    <a:pt x="377278" y="17919"/>
                  </a:lnTo>
                  <a:lnTo>
                    <a:pt x="357822" y="4813"/>
                  </a:lnTo>
                  <a:lnTo>
                    <a:pt x="334010" y="0"/>
                  </a:lnTo>
                  <a:lnTo>
                    <a:pt x="61188" y="0"/>
                  </a:lnTo>
                  <a:lnTo>
                    <a:pt x="37363" y="4813"/>
                  </a:lnTo>
                  <a:lnTo>
                    <a:pt x="17919" y="17919"/>
                  </a:lnTo>
                  <a:lnTo>
                    <a:pt x="4800" y="37376"/>
                  </a:lnTo>
                  <a:lnTo>
                    <a:pt x="0" y="61188"/>
                  </a:lnTo>
                  <a:lnTo>
                    <a:pt x="4800" y="85013"/>
                  </a:lnTo>
                  <a:lnTo>
                    <a:pt x="17919" y="104457"/>
                  </a:lnTo>
                  <a:lnTo>
                    <a:pt x="37363" y="117563"/>
                  </a:lnTo>
                  <a:lnTo>
                    <a:pt x="61188" y="122377"/>
                  </a:lnTo>
                  <a:lnTo>
                    <a:pt x="334010" y="122377"/>
                  </a:lnTo>
                  <a:lnTo>
                    <a:pt x="357822" y="117563"/>
                  </a:lnTo>
                  <a:lnTo>
                    <a:pt x="377278" y="104457"/>
                  </a:lnTo>
                  <a:lnTo>
                    <a:pt x="390385" y="85013"/>
                  </a:lnTo>
                  <a:lnTo>
                    <a:pt x="395198" y="61188"/>
                  </a:lnTo>
                  <a:close/>
                </a:path>
              </a:pathLst>
            </a:custGeom>
            <a:solidFill>
              <a:srgbClr val="CB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970375" y="3380028"/>
            <a:ext cx="2583180" cy="3621404"/>
            <a:chOff x="3970375" y="3380028"/>
            <a:chExt cx="2583180" cy="3621404"/>
          </a:xfrm>
        </p:grpSpPr>
        <p:sp>
          <p:nvSpPr>
            <p:cNvPr id="11" name="object 11"/>
            <p:cNvSpPr/>
            <p:nvPr/>
          </p:nvSpPr>
          <p:spPr>
            <a:xfrm>
              <a:off x="3970375" y="3380028"/>
              <a:ext cx="1851660" cy="3621404"/>
            </a:xfrm>
            <a:custGeom>
              <a:avLst/>
              <a:gdLst/>
              <a:ahLst/>
              <a:cxnLst/>
              <a:rect l="l" t="t" r="r" b="b"/>
              <a:pathLst>
                <a:path w="1851660" h="3621404">
                  <a:moveTo>
                    <a:pt x="1851660" y="0"/>
                  </a:moveTo>
                  <a:lnTo>
                    <a:pt x="0" y="0"/>
                  </a:lnTo>
                  <a:lnTo>
                    <a:pt x="0" y="3621024"/>
                  </a:lnTo>
                  <a:lnTo>
                    <a:pt x="1851660" y="3621024"/>
                  </a:lnTo>
                  <a:lnTo>
                    <a:pt x="1851660" y="0"/>
                  </a:lnTo>
                  <a:close/>
                </a:path>
              </a:pathLst>
            </a:custGeom>
            <a:solidFill>
              <a:srgbClr val="231F2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6046" y="3424428"/>
              <a:ext cx="1712098" cy="34795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157760" y="4401146"/>
              <a:ext cx="395605" cy="2503170"/>
            </a:xfrm>
            <a:custGeom>
              <a:avLst/>
              <a:gdLst/>
              <a:ahLst/>
              <a:cxnLst/>
              <a:rect l="l" t="t" r="r" b="b"/>
              <a:pathLst>
                <a:path w="395604" h="2503170">
                  <a:moveTo>
                    <a:pt x="395198" y="2441613"/>
                  </a:moveTo>
                  <a:lnTo>
                    <a:pt x="390398" y="2417788"/>
                  </a:lnTo>
                  <a:lnTo>
                    <a:pt x="377278" y="2398344"/>
                  </a:lnTo>
                  <a:lnTo>
                    <a:pt x="357835" y="2385225"/>
                  </a:lnTo>
                  <a:lnTo>
                    <a:pt x="334010" y="2380424"/>
                  </a:lnTo>
                  <a:lnTo>
                    <a:pt x="61188" y="2380424"/>
                  </a:lnTo>
                  <a:lnTo>
                    <a:pt x="37376" y="2385225"/>
                  </a:lnTo>
                  <a:lnTo>
                    <a:pt x="17919" y="2398344"/>
                  </a:lnTo>
                  <a:lnTo>
                    <a:pt x="4813" y="2417788"/>
                  </a:lnTo>
                  <a:lnTo>
                    <a:pt x="0" y="2441613"/>
                  </a:lnTo>
                  <a:lnTo>
                    <a:pt x="4813" y="2465425"/>
                  </a:lnTo>
                  <a:lnTo>
                    <a:pt x="17919" y="2484882"/>
                  </a:lnTo>
                  <a:lnTo>
                    <a:pt x="37376" y="2497988"/>
                  </a:lnTo>
                  <a:lnTo>
                    <a:pt x="61188" y="2502801"/>
                  </a:lnTo>
                  <a:lnTo>
                    <a:pt x="334010" y="2502801"/>
                  </a:lnTo>
                  <a:lnTo>
                    <a:pt x="357835" y="2497988"/>
                  </a:lnTo>
                  <a:lnTo>
                    <a:pt x="377278" y="2484882"/>
                  </a:lnTo>
                  <a:lnTo>
                    <a:pt x="390398" y="2465425"/>
                  </a:lnTo>
                  <a:lnTo>
                    <a:pt x="395198" y="2441613"/>
                  </a:lnTo>
                  <a:close/>
                </a:path>
                <a:path w="395604" h="2503170">
                  <a:moveTo>
                    <a:pt x="395198" y="1251407"/>
                  </a:moveTo>
                  <a:lnTo>
                    <a:pt x="390398" y="1227582"/>
                  </a:lnTo>
                  <a:lnTo>
                    <a:pt x="377278" y="1208138"/>
                  </a:lnTo>
                  <a:lnTo>
                    <a:pt x="357835" y="1195019"/>
                  </a:lnTo>
                  <a:lnTo>
                    <a:pt x="334010" y="1190218"/>
                  </a:lnTo>
                  <a:lnTo>
                    <a:pt x="61188" y="1190218"/>
                  </a:lnTo>
                  <a:lnTo>
                    <a:pt x="37376" y="1195019"/>
                  </a:lnTo>
                  <a:lnTo>
                    <a:pt x="17919" y="1208138"/>
                  </a:lnTo>
                  <a:lnTo>
                    <a:pt x="4813" y="1227582"/>
                  </a:lnTo>
                  <a:lnTo>
                    <a:pt x="0" y="1251407"/>
                  </a:lnTo>
                  <a:lnTo>
                    <a:pt x="4813" y="1275219"/>
                  </a:lnTo>
                  <a:lnTo>
                    <a:pt x="17919" y="1294663"/>
                  </a:lnTo>
                  <a:lnTo>
                    <a:pt x="37376" y="1307782"/>
                  </a:lnTo>
                  <a:lnTo>
                    <a:pt x="61188" y="1312595"/>
                  </a:lnTo>
                  <a:lnTo>
                    <a:pt x="334010" y="1312595"/>
                  </a:lnTo>
                  <a:lnTo>
                    <a:pt x="357835" y="1307782"/>
                  </a:lnTo>
                  <a:lnTo>
                    <a:pt x="377278" y="1294663"/>
                  </a:lnTo>
                  <a:lnTo>
                    <a:pt x="390398" y="1275219"/>
                  </a:lnTo>
                  <a:lnTo>
                    <a:pt x="395198" y="1251407"/>
                  </a:lnTo>
                  <a:close/>
                </a:path>
                <a:path w="395604" h="2503170">
                  <a:moveTo>
                    <a:pt x="395198" y="61188"/>
                  </a:moveTo>
                  <a:lnTo>
                    <a:pt x="390398" y="37376"/>
                  </a:lnTo>
                  <a:lnTo>
                    <a:pt x="377278" y="17932"/>
                  </a:lnTo>
                  <a:lnTo>
                    <a:pt x="357835" y="4813"/>
                  </a:lnTo>
                  <a:lnTo>
                    <a:pt x="334010" y="0"/>
                  </a:lnTo>
                  <a:lnTo>
                    <a:pt x="61188" y="0"/>
                  </a:lnTo>
                  <a:lnTo>
                    <a:pt x="37376" y="4813"/>
                  </a:lnTo>
                  <a:lnTo>
                    <a:pt x="17919" y="17932"/>
                  </a:lnTo>
                  <a:lnTo>
                    <a:pt x="4813" y="37376"/>
                  </a:lnTo>
                  <a:lnTo>
                    <a:pt x="0" y="61188"/>
                  </a:lnTo>
                  <a:lnTo>
                    <a:pt x="4813" y="85013"/>
                  </a:lnTo>
                  <a:lnTo>
                    <a:pt x="17919" y="104457"/>
                  </a:lnTo>
                  <a:lnTo>
                    <a:pt x="37376" y="117576"/>
                  </a:lnTo>
                  <a:lnTo>
                    <a:pt x="61188" y="122377"/>
                  </a:lnTo>
                  <a:lnTo>
                    <a:pt x="334010" y="122377"/>
                  </a:lnTo>
                  <a:lnTo>
                    <a:pt x="357835" y="117576"/>
                  </a:lnTo>
                  <a:lnTo>
                    <a:pt x="377278" y="104457"/>
                  </a:lnTo>
                  <a:lnTo>
                    <a:pt x="390398" y="85013"/>
                  </a:lnTo>
                  <a:lnTo>
                    <a:pt x="395198" y="61188"/>
                  </a:lnTo>
                  <a:close/>
                </a:path>
              </a:pathLst>
            </a:custGeom>
            <a:solidFill>
              <a:srgbClr val="CB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1533530" y="4402302"/>
            <a:ext cx="2583180" cy="3621404"/>
            <a:chOff x="11533530" y="4402302"/>
            <a:chExt cx="2583180" cy="3621404"/>
          </a:xfrm>
        </p:grpSpPr>
        <p:sp>
          <p:nvSpPr>
            <p:cNvPr id="15" name="object 15"/>
            <p:cNvSpPr/>
            <p:nvPr/>
          </p:nvSpPr>
          <p:spPr>
            <a:xfrm>
              <a:off x="11533530" y="4402302"/>
              <a:ext cx="1851660" cy="3621404"/>
            </a:xfrm>
            <a:custGeom>
              <a:avLst/>
              <a:gdLst/>
              <a:ahLst/>
              <a:cxnLst/>
              <a:rect l="l" t="t" r="r" b="b"/>
              <a:pathLst>
                <a:path w="1851659" h="3621404">
                  <a:moveTo>
                    <a:pt x="1851659" y="0"/>
                  </a:moveTo>
                  <a:lnTo>
                    <a:pt x="0" y="0"/>
                  </a:lnTo>
                  <a:lnTo>
                    <a:pt x="0" y="3621024"/>
                  </a:lnTo>
                  <a:lnTo>
                    <a:pt x="1851659" y="3621024"/>
                  </a:lnTo>
                  <a:lnTo>
                    <a:pt x="1851659" y="0"/>
                  </a:lnTo>
                  <a:close/>
                </a:path>
              </a:pathLst>
            </a:custGeom>
            <a:solidFill>
              <a:srgbClr val="231F2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79199" y="4446701"/>
              <a:ext cx="1712099" cy="347952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3720915" y="5423433"/>
              <a:ext cx="395605" cy="2503170"/>
            </a:xfrm>
            <a:custGeom>
              <a:avLst/>
              <a:gdLst/>
              <a:ahLst/>
              <a:cxnLst/>
              <a:rect l="l" t="t" r="r" b="b"/>
              <a:pathLst>
                <a:path w="395605" h="2503170">
                  <a:moveTo>
                    <a:pt x="395198" y="2441600"/>
                  </a:moveTo>
                  <a:lnTo>
                    <a:pt x="390385" y="2417788"/>
                  </a:lnTo>
                  <a:lnTo>
                    <a:pt x="377278" y="2398344"/>
                  </a:lnTo>
                  <a:lnTo>
                    <a:pt x="357822" y="2385225"/>
                  </a:lnTo>
                  <a:lnTo>
                    <a:pt x="334010" y="2380411"/>
                  </a:lnTo>
                  <a:lnTo>
                    <a:pt x="61188" y="2380411"/>
                  </a:lnTo>
                  <a:lnTo>
                    <a:pt x="37363" y="2385225"/>
                  </a:lnTo>
                  <a:lnTo>
                    <a:pt x="17919" y="2398344"/>
                  </a:lnTo>
                  <a:lnTo>
                    <a:pt x="4813" y="2417788"/>
                  </a:lnTo>
                  <a:lnTo>
                    <a:pt x="0" y="2441600"/>
                  </a:lnTo>
                  <a:lnTo>
                    <a:pt x="4813" y="2465425"/>
                  </a:lnTo>
                  <a:lnTo>
                    <a:pt x="17919" y="2484869"/>
                  </a:lnTo>
                  <a:lnTo>
                    <a:pt x="37363" y="2497988"/>
                  </a:lnTo>
                  <a:lnTo>
                    <a:pt x="61188" y="2502789"/>
                  </a:lnTo>
                  <a:lnTo>
                    <a:pt x="334010" y="2502789"/>
                  </a:lnTo>
                  <a:lnTo>
                    <a:pt x="357822" y="2497988"/>
                  </a:lnTo>
                  <a:lnTo>
                    <a:pt x="377278" y="2484869"/>
                  </a:lnTo>
                  <a:lnTo>
                    <a:pt x="390385" y="2465425"/>
                  </a:lnTo>
                  <a:lnTo>
                    <a:pt x="395198" y="2441600"/>
                  </a:lnTo>
                  <a:close/>
                </a:path>
                <a:path w="395605" h="2503170">
                  <a:moveTo>
                    <a:pt x="395198" y="1251394"/>
                  </a:moveTo>
                  <a:lnTo>
                    <a:pt x="390385" y="1227582"/>
                  </a:lnTo>
                  <a:lnTo>
                    <a:pt x="377278" y="1208125"/>
                  </a:lnTo>
                  <a:lnTo>
                    <a:pt x="357822" y="1195019"/>
                  </a:lnTo>
                  <a:lnTo>
                    <a:pt x="334010" y="1190205"/>
                  </a:lnTo>
                  <a:lnTo>
                    <a:pt x="61188" y="1190205"/>
                  </a:lnTo>
                  <a:lnTo>
                    <a:pt x="37363" y="1195019"/>
                  </a:lnTo>
                  <a:lnTo>
                    <a:pt x="17919" y="1208125"/>
                  </a:lnTo>
                  <a:lnTo>
                    <a:pt x="4813" y="1227582"/>
                  </a:lnTo>
                  <a:lnTo>
                    <a:pt x="0" y="1251394"/>
                  </a:lnTo>
                  <a:lnTo>
                    <a:pt x="4813" y="1275219"/>
                  </a:lnTo>
                  <a:lnTo>
                    <a:pt x="17919" y="1294663"/>
                  </a:lnTo>
                  <a:lnTo>
                    <a:pt x="37363" y="1307782"/>
                  </a:lnTo>
                  <a:lnTo>
                    <a:pt x="61188" y="1312583"/>
                  </a:lnTo>
                  <a:lnTo>
                    <a:pt x="334010" y="1312583"/>
                  </a:lnTo>
                  <a:lnTo>
                    <a:pt x="357822" y="1307782"/>
                  </a:lnTo>
                  <a:lnTo>
                    <a:pt x="377278" y="1294663"/>
                  </a:lnTo>
                  <a:lnTo>
                    <a:pt x="390385" y="1275219"/>
                  </a:lnTo>
                  <a:lnTo>
                    <a:pt x="395198" y="1251394"/>
                  </a:lnTo>
                  <a:close/>
                </a:path>
                <a:path w="395605" h="2503170">
                  <a:moveTo>
                    <a:pt x="395198" y="61188"/>
                  </a:moveTo>
                  <a:lnTo>
                    <a:pt x="390385" y="37376"/>
                  </a:lnTo>
                  <a:lnTo>
                    <a:pt x="377278" y="17919"/>
                  </a:lnTo>
                  <a:lnTo>
                    <a:pt x="357822" y="4813"/>
                  </a:lnTo>
                  <a:lnTo>
                    <a:pt x="334010" y="0"/>
                  </a:lnTo>
                  <a:lnTo>
                    <a:pt x="61188" y="0"/>
                  </a:lnTo>
                  <a:lnTo>
                    <a:pt x="37363" y="4813"/>
                  </a:lnTo>
                  <a:lnTo>
                    <a:pt x="17919" y="17919"/>
                  </a:lnTo>
                  <a:lnTo>
                    <a:pt x="4813" y="37376"/>
                  </a:lnTo>
                  <a:lnTo>
                    <a:pt x="0" y="61188"/>
                  </a:lnTo>
                  <a:lnTo>
                    <a:pt x="4813" y="85013"/>
                  </a:lnTo>
                  <a:lnTo>
                    <a:pt x="17919" y="104457"/>
                  </a:lnTo>
                  <a:lnTo>
                    <a:pt x="37363" y="117563"/>
                  </a:lnTo>
                  <a:lnTo>
                    <a:pt x="61188" y="122377"/>
                  </a:lnTo>
                  <a:lnTo>
                    <a:pt x="334010" y="122377"/>
                  </a:lnTo>
                  <a:lnTo>
                    <a:pt x="357822" y="117563"/>
                  </a:lnTo>
                  <a:lnTo>
                    <a:pt x="377278" y="104457"/>
                  </a:lnTo>
                  <a:lnTo>
                    <a:pt x="390385" y="85013"/>
                  </a:lnTo>
                  <a:lnTo>
                    <a:pt x="395198" y="61188"/>
                  </a:lnTo>
                  <a:close/>
                </a:path>
              </a:pathLst>
            </a:custGeom>
            <a:solidFill>
              <a:srgbClr val="CB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644851" y="1432805"/>
            <a:ext cx="1849755" cy="268605"/>
          </a:xfrm>
          <a:custGeom>
            <a:avLst/>
            <a:gdLst/>
            <a:ahLst/>
            <a:cxnLst/>
            <a:rect l="l" t="t" r="r" b="b"/>
            <a:pathLst>
              <a:path w="1849755" h="268605">
                <a:moveTo>
                  <a:pt x="1715401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1715401" y="268198"/>
                </a:lnTo>
                <a:lnTo>
                  <a:pt x="1757784" y="261362"/>
                </a:lnTo>
                <a:lnTo>
                  <a:pt x="1794595" y="242326"/>
                </a:lnTo>
                <a:lnTo>
                  <a:pt x="1823625" y="213298"/>
                </a:lnTo>
                <a:lnTo>
                  <a:pt x="1842663" y="176487"/>
                </a:lnTo>
                <a:lnTo>
                  <a:pt x="1849501" y="134099"/>
                </a:lnTo>
                <a:lnTo>
                  <a:pt x="1842663" y="91711"/>
                </a:lnTo>
                <a:lnTo>
                  <a:pt x="1823625" y="54899"/>
                </a:lnTo>
                <a:lnTo>
                  <a:pt x="1794595" y="25871"/>
                </a:lnTo>
                <a:lnTo>
                  <a:pt x="1757784" y="6835"/>
                </a:lnTo>
                <a:lnTo>
                  <a:pt x="1715401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35299" y="1455045"/>
            <a:ext cx="6325235" cy="175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100"/>
              </a:spcBef>
            </a:pPr>
            <a:r>
              <a:rPr sz="1200" b="1" spc="-55" dirty="0">
                <a:solidFill>
                  <a:srgbClr val="4279B1"/>
                </a:solidFill>
                <a:latin typeface="나눔바른고딕OTF"/>
                <a:cs typeface="나눔바른고딕OTF"/>
              </a:rPr>
              <a:t>03.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색상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설정</a:t>
            </a:r>
            <a:r>
              <a:rPr sz="1200" b="1" spc="-100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10" dirty="0">
                <a:solidFill>
                  <a:srgbClr val="4279B1"/>
                </a:solidFill>
                <a:latin typeface="나눔바른고딕OTF"/>
                <a:cs typeface="나눔바른고딕OTF"/>
              </a:rPr>
              <a:t>-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변경하기</a:t>
            </a:r>
            <a:endParaRPr sz="1200">
              <a:latin typeface="나눔바른고딕OTF"/>
              <a:cs typeface="나눔바른고딕OTF"/>
            </a:endParaRPr>
          </a:p>
          <a:p>
            <a:pPr marL="12700" marR="15875" indent="203835">
              <a:lnSpc>
                <a:spcPct val="102099"/>
              </a:lnSpc>
              <a:spcBef>
                <a:spcPts val="1080"/>
              </a:spcBef>
              <a:buClr>
                <a:srgbClr val="447AB2"/>
              </a:buClr>
              <a:buFont typeface=""/>
              <a:buAutoNum type="arabicPeriod"/>
              <a:tabLst>
                <a:tab pos="216535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기본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설정대로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운동이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진행되면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왼쪽부터(탭1#)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순서대로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점등되는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방식을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오른쪽(탭3#)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부터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점등되어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오른쪽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에서</a:t>
            </a:r>
            <a:r>
              <a:rPr sz="1000" spc="-6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왼쪽으로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점등이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되도록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보겠습니다.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555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12700" marR="5080" indent="213360">
              <a:lnSpc>
                <a:spcPts val="96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1단계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옆에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손바닥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아이콘을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눌러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탭#3으로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변경해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줍니다.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그리고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원하시는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색상으로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줍니다.</a:t>
            </a:r>
            <a:r>
              <a:rPr sz="1200" spc="-37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*</a:t>
            </a:r>
            <a:r>
              <a:rPr sz="1200" spc="-52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1200" spc="-37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색상설정을</a:t>
            </a:r>
            <a:r>
              <a:rPr sz="1200" spc="-52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1200" spc="-37" baseline="3472" dirty="0">
                <a:solidFill>
                  <a:srgbClr val="45709F"/>
                </a:solidFill>
                <a:latin typeface="나눔명조OTF"/>
                <a:cs typeface="나눔명조OTF"/>
              </a:rPr>
              <a:t>하지 </a:t>
            </a:r>
            <a:r>
              <a:rPr sz="800" spc="-25" dirty="0">
                <a:solidFill>
                  <a:srgbClr val="45709F"/>
                </a:solidFill>
                <a:latin typeface="나눔명조OTF"/>
                <a:cs typeface="나눔명조OTF"/>
              </a:rPr>
              <a:t>않으시면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저장이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5709F"/>
                </a:solidFill>
                <a:latin typeface="나눔명조OTF"/>
                <a:cs typeface="나눔명조OTF"/>
              </a:rPr>
              <a:t>안됩니다.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저장이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45709F"/>
                </a:solidFill>
                <a:latin typeface="나눔명조OTF"/>
                <a:cs typeface="나눔명조OTF"/>
              </a:rPr>
              <a:t>안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될시</a:t>
            </a:r>
            <a:r>
              <a:rPr sz="800" spc="-30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빠진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부분이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있는지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확인이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10" dirty="0">
                <a:solidFill>
                  <a:srgbClr val="45709F"/>
                </a:solidFill>
                <a:latin typeface="나눔명조OTF"/>
                <a:cs typeface="나눔명조OTF"/>
              </a:rPr>
              <a:t>필요합니다.</a:t>
            </a:r>
            <a:endParaRPr sz="8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3단계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옆에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손바닥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아이콘을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눌러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탭#1으로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변경해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주고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원하시는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색상을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클릭합니다.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16535" indent="-203835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16535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확인</a:t>
            </a:r>
            <a:r>
              <a:rPr sz="1000" spc="-7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버튼을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눌러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변경된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설정값을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저장합니다.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08001" y="1432805"/>
            <a:ext cx="1849755" cy="268605"/>
          </a:xfrm>
          <a:custGeom>
            <a:avLst/>
            <a:gdLst/>
            <a:ahLst/>
            <a:cxnLst/>
            <a:rect l="l" t="t" r="r" b="b"/>
            <a:pathLst>
              <a:path w="1849754" h="268605">
                <a:moveTo>
                  <a:pt x="1715401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1715401" y="268198"/>
                </a:lnTo>
                <a:lnTo>
                  <a:pt x="1757784" y="261362"/>
                </a:lnTo>
                <a:lnTo>
                  <a:pt x="1794595" y="242326"/>
                </a:lnTo>
                <a:lnTo>
                  <a:pt x="1823625" y="213298"/>
                </a:lnTo>
                <a:lnTo>
                  <a:pt x="1842663" y="176487"/>
                </a:lnTo>
                <a:lnTo>
                  <a:pt x="1849500" y="134099"/>
                </a:lnTo>
                <a:lnTo>
                  <a:pt x="1842663" y="91711"/>
                </a:lnTo>
                <a:lnTo>
                  <a:pt x="1823625" y="54899"/>
                </a:lnTo>
                <a:lnTo>
                  <a:pt x="1794595" y="25871"/>
                </a:lnTo>
                <a:lnTo>
                  <a:pt x="1757784" y="6835"/>
                </a:lnTo>
                <a:lnTo>
                  <a:pt x="1715401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198449" y="1455045"/>
            <a:ext cx="6360160" cy="2790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100"/>
              </a:spcBef>
            </a:pPr>
            <a:r>
              <a:rPr sz="1200" b="1" spc="-55" dirty="0">
                <a:solidFill>
                  <a:srgbClr val="4279B1"/>
                </a:solidFill>
                <a:latin typeface="나눔바른고딕OTF"/>
                <a:cs typeface="나눔바른고딕OTF"/>
              </a:rPr>
              <a:t>04.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색상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설정</a:t>
            </a:r>
            <a:r>
              <a:rPr sz="1200" b="1" spc="-100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10" dirty="0">
                <a:solidFill>
                  <a:srgbClr val="4279B1"/>
                </a:solidFill>
                <a:latin typeface="나눔바른고딕OTF"/>
                <a:cs typeface="나눔바른고딕OTF"/>
              </a:rPr>
              <a:t>-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10" dirty="0">
                <a:solidFill>
                  <a:srgbClr val="4279B1"/>
                </a:solidFill>
                <a:latin typeface="나눔바른고딕OTF"/>
                <a:cs typeface="나눔바른고딕OTF"/>
              </a:rPr>
              <a:t>변경하기2</a:t>
            </a:r>
            <a:endParaRPr sz="1200">
              <a:latin typeface="나눔바른고딕OTF"/>
              <a:cs typeface="나눔바른고딕OTF"/>
            </a:endParaRPr>
          </a:p>
          <a:p>
            <a:pPr marL="216535" indent="-203835">
              <a:lnSpc>
                <a:spcPct val="100000"/>
              </a:lnSpc>
              <a:spcBef>
                <a:spcPts val="1105"/>
              </a:spcBef>
              <a:buClr>
                <a:srgbClr val="447AB2"/>
              </a:buClr>
              <a:buFont typeface=""/>
              <a:buAutoNum type="arabicPeriod"/>
              <a:tabLst>
                <a:tab pos="216535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심화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과정으로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가운데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모션탭(탭2#)도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단계마다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같이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점등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되도록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보겠습니다.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단계를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4단계에서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2단계로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수정합니다.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26060" indent="-213360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26060" algn="l"/>
              </a:tabLst>
            </a:pP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1단계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손바닥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아이콘을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눌러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탭#1,탭#2을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선택하고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확인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버튼을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눌러줍니다.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12700" marR="5080" indent="203835">
              <a:lnSpc>
                <a:spcPts val="1120"/>
              </a:lnSpc>
              <a:buClr>
                <a:srgbClr val="447AB2"/>
              </a:buClr>
              <a:buFont typeface=""/>
              <a:buAutoNum type="arabicPeriod"/>
              <a:tabLst>
                <a:tab pos="216535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손바닥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아이콘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오른쪽에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탭#1을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눌러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활성화한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빨간색을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선택하고,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탭2#을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눌러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활성화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시킨후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초록색을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클릭합니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16535" indent="-203835">
              <a:lnSpc>
                <a:spcPct val="100000"/>
              </a:lnSpc>
              <a:buClr>
                <a:srgbClr val="447AB2"/>
              </a:buClr>
              <a:buFont typeface=""/>
              <a:buAutoNum type="arabicPeriod"/>
              <a:tabLst>
                <a:tab pos="216535" algn="l"/>
              </a:tabLst>
            </a:pP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2단계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손바닥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아이콘을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눌러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탭#2,탭#3을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선택하고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확인버튼을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눌러줍니다.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12700" marR="5080" indent="203835">
              <a:lnSpc>
                <a:spcPts val="1120"/>
              </a:lnSpc>
              <a:buClr>
                <a:srgbClr val="447AB2"/>
              </a:buClr>
              <a:buFont typeface=""/>
              <a:buAutoNum type="arabicPeriod"/>
              <a:tabLst>
                <a:tab pos="216535" algn="l"/>
              </a:tabLst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손바닥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아이콘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오른쪽에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탭#2을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눌러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활성화한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초록색을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선택하고,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탭3#을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눌러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활성화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시킨후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빨간색을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클릭합니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다.</a:t>
            </a:r>
            <a:endParaRPr sz="1000">
              <a:latin typeface="나눔명조OTF"/>
              <a:cs typeface="나눔명조OTF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447AB2"/>
              </a:buClr>
              <a:buFont typeface=""/>
              <a:buAutoNum type="arabicPeriod"/>
            </a:pPr>
            <a:endParaRPr sz="1000">
              <a:latin typeface="나눔명조OTF"/>
              <a:cs typeface="나눔명조OTF"/>
            </a:endParaRPr>
          </a:p>
          <a:p>
            <a:pPr marL="216535" indent="-203835">
              <a:lnSpc>
                <a:spcPts val="1180"/>
              </a:lnSpc>
              <a:buClr>
                <a:srgbClr val="447AB2"/>
              </a:buClr>
              <a:buFont typeface=""/>
              <a:buAutoNum type="arabicPeriod"/>
              <a:tabLst>
                <a:tab pos="216535" algn="l"/>
              </a:tabLst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확인</a:t>
            </a:r>
            <a:r>
              <a:rPr sz="1000" spc="-7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버튼을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눌러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변경된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설정값을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저장합니다.</a:t>
            </a:r>
            <a:endParaRPr sz="1000">
              <a:latin typeface="나눔명조OTF"/>
              <a:cs typeface="나눔명조OTF"/>
            </a:endParaRPr>
          </a:p>
          <a:p>
            <a:pPr marL="12700">
              <a:lnSpc>
                <a:spcPts val="940"/>
              </a:lnSpc>
            </a:pPr>
            <a:r>
              <a:rPr sz="800" dirty="0">
                <a:solidFill>
                  <a:srgbClr val="45709F"/>
                </a:solidFill>
                <a:latin typeface="나눔명조OTF"/>
                <a:cs typeface="나눔명조OTF"/>
              </a:rPr>
              <a:t>*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5709F"/>
                </a:solidFill>
                <a:latin typeface="나눔명조OTF"/>
                <a:cs typeface="나눔명조OTF"/>
              </a:rPr>
              <a:t>색상설정을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5709F"/>
                </a:solidFill>
                <a:latin typeface="나눔명조OTF"/>
                <a:cs typeface="나눔명조OTF"/>
              </a:rPr>
              <a:t>안하시면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저장이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5709F"/>
                </a:solidFill>
                <a:latin typeface="나눔명조OTF"/>
                <a:cs typeface="나눔명조OTF"/>
              </a:rPr>
              <a:t>안됩니다.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저장이</a:t>
            </a:r>
            <a:r>
              <a:rPr sz="800" spc="-30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45709F"/>
                </a:solidFill>
                <a:latin typeface="나눔명조OTF"/>
                <a:cs typeface="나눔명조OTF"/>
              </a:rPr>
              <a:t>안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될시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빠진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부분이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있는지</a:t>
            </a:r>
            <a:r>
              <a:rPr sz="800" spc="-30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5709F"/>
                </a:solidFill>
                <a:latin typeface="나눔명조OTF"/>
                <a:cs typeface="나눔명조OTF"/>
              </a:rPr>
              <a:t>확인이</a:t>
            </a:r>
            <a:r>
              <a:rPr sz="800" spc="-35" dirty="0">
                <a:solidFill>
                  <a:srgbClr val="45709F"/>
                </a:solidFill>
                <a:latin typeface="나눔명조OTF"/>
                <a:cs typeface="나눔명조OTF"/>
              </a:rPr>
              <a:t> </a:t>
            </a:r>
            <a:r>
              <a:rPr sz="800" spc="-10" dirty="0">
                <a:solidFill>
                  <a:srgbClr val="45709F"/>
                </a:solidFill>
                <a:latin typeface="나눔명조OTF"/>
                <a:cs typeface="나눔명조OTF"/>
              </a:rPr>
              <a:t>필요합니다.</a:t>
            </a:r>
            <a:endParaRPr sz="800">
              <a:latin typeface="나눔명조OTF"/>
              <a:cs typeface="나눔명조OT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55685" y="7094618"/>
            <a:ext cx="1622425" cy="268605"/>
          </a:xfrm>
          <a:custGeom>
            <a:avLst/>
            <a:gdLst/>
            <a:ahLst/>
            <a:cxnLst/>
            <a:rect l="l" t="t" r="r" b="b"/>
            <a:pathLst>
              <a:path w="1622425" h="268604">
                <a:moveTo>
                  <a:pt x="1488211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1488211" y="268198"/>
                </a:lnTo>
                <a:lnTo>
                  <a:pt x="1530599" y="261362"/>
                </a:lnTo>
                <a:lnTo>
                  <a:pt x="1567411" y="242326"/>
                </a:lnTo>
                <a:lnTo>
                  <a:pt x="1596438" y="213298"/>
                </a:lnTo>
                <a:lnTo>
                  <a:pt x="1615474" y="176487"/>
                </a:lnTo>
                <a:lnTo>
                  <a:pt x="1622310" y="134099"/>
                </a:lnTo>
                <a:lnTo>
                  <a:pt x="1615474" y="91711"/>
                </a:lnTo>
                <a:lnTo>
                  <a:pt x="1596438" y="54899"/>
                </a:lnTo>
                <a:lnTo>
                  <a:pt x="1567411" y="25871"/>
                </a:lnTo>
                <a:lnTo>
                  <a:pt x="1530599" y="6835"/>
                </a:lnTo>
                <a:lnTo>
                  <a:pt x="1488211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018834" y="8116899"/>
            <a:ext cx="1622425" cy="268605"/>
          </a:xfrm>
          <a:custGeom>
            <a:avLst/>
            <a:gdLst/>
            <a:ahLst/>
            <a:cxnLst/>
            <a:rect l="l" t="t" r="r" b="b"/>
            <a:pathLst>
              <a:path w="1622425" h="268604">
                <a:moveTo>
                  <a:pt x="1488211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1488211" y="268198"/>
                </a:lnTo>
                <a:lnTo>
                  <a:pt x="1530599" y="261362"/>
                </a:lnTo>
                <a:lnTo>
                  <a:pt x="1567411" y="242326"/>
                </a:lnTo>
                <a:lnTo>
                  <a:pt x="1596438" y="213298"/>
                </a:lnTo>
                <a:lnTo>
                  <a:pt x="1615474" y="176487"/>
                </a:lnTo>
                <a:lnTo>
                  <a:pt x="1622310" y="134099"/>
                </a:lnTo>
                <a:lnTo>
                  <a:pt x="1615474" y="91711"/>
                </a:lnTo>
                <a:lnTo>
                  <a:pt x="1596438" y="54899"/>
                </a:lnTo>
                <a:lnTo>
                  <a:pt x="1567411" y="25871"/>
                </a:lnTo>
                <a:lnTo>
                  <a:pt x="1530599" y="6835"/>
                </a:lnTo>
                <a:lnTo>
                  <a:pt x="1488211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59685" y="7094618"/>
            <a:ext cx="1622425" cy="268605"/>
          </a:xfrm>
          <a:custGeom>
            <a:avLst/>
            <a:gdLst/>
            <a:ahLst/>
            <a:cxnLst/>
            <a:rect l="l" t="t" r="r" b="b"/>
            <a:pathLst>
              <a:path w="1622425" h="268604">
                <a:moveTo>
                  <a:pt x="1488211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1488211" y="268198"/>
                </a:lnTo>
                <a:lnTo>
                  <a:pt x="1530599" y="261362"/>
                </a:lnTo>
                <a:lnTo>
                  <a:pt x="1567411" y="242326"/>
                </a:lnTo>
                <a:lnTo>
                  <a:pt x="1596438" y="213298"/>
                </a:lnTo>
                <a:lnTo>
                  <a:pt x="1615474" y="176487"/>
                </a:lnTo>
                <a:lnTo>
                  <a:pt x="1622310" y="134099"/>
                </a:lnTo>
                <a:lnTo>
                  <a:pt x="1615474" y="91711"/>
                </a:lnTo>
                <a:lnTo>
                  <a:pt x="1596438" y="54899"/>
                </a:lnTo>
                <a:lnTo>
                  <a:pt x="1567411" y="25871"/>
                </a:lnTo>
                <a:lnTo>
                  <a:pt x="1530599" y="6835"/>
                </a:lnTo>
                <a:lnTo>
                  <a:pt x="1488211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222834" y="8116899"/>
            <a:ext cx="1622425" cy="268605"/>
          </a:xfrm>
          <a:custGeom>
            <a:avLst/>
            <a:gdLst/>
            <a:ahLst/>
            <a:cxnLst/>
            <a:rect l="l" t="t" r="r" b="b"/>
            <a:pathLst>
              <a:path w="1622425" h="268604">
                <a:moveTo>
                  <a:pt x="1488211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1488211" y="268198"/>
                </a:lnTo>
                <a:lnTo>
                  <a:pt x="1530599" y="261362"/>
                </a:lnTo>
                <a:lnTo>
                  <a:pt x="1567411" y="242326"/>
                </a:lnTo>
                <a:lnTo>
                  <a:pt x="1596438" y="213298"/>
                </a:lnTo>
                <a:lnTo>
                  <a:pt x="1615474" y="176487"/>
                </a:lnTo>
                <a:lnTo>
                  <a:pt x="1622310" y="134099"/>
                </a:lnTo>
                <a:lnTo>
                  <a:pt x="1615474" y="91711"/>
                </a:lnTo>
                <a:lnTo>
                  <a:pt x="1596438" y="54899"/>
                </a:lnTo>
                <a:lnTo>
                  <a:pt x="1567411" y="25871"/>
                </a:lnTo>
                <a:lnTo>
                  <a:pt x="1530599" y="6835"/>
                </a:lnTo>
                <a:lnTo>
                  <a:pt x="1488211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44593" y="7116858"/>
            <a:ext cx="444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변경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전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607743" y="8139140"/>
            <a:ext cx="444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변경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전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48592" y="7116858"/>
            <a:ext cx="444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변경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후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811743" y="8139140"/>
            <a:ext cx="444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변경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후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94261" y="4390123"/>
            <a:ext cx="1955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탭1#</a:t>
            </a:r>
            <a:endParaRPr sz="700">
              <a:latin typeface="나눔바른고딕OTF"/>
              <a:cs typeface="나눔바른고딕OT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457411" y="5412404"/>
            <a:ext cx="1955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탭1#</a:t>
            </a:r>
            <a:endParaRPr sz="700">
              <a:latin typeface="나눔바른고딕OTF"/>
              <a:cs typeface="나눔바른고딕OT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55635" y="4390123"/>
            <a:ext cx="1955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탭1#</a:t>
            </a:r>
            <a:endParaRPr sz="700">
              <a:latin typeface="나눔바른고딕OTF"/>
              <a:cs typeface="나눔바른고딕OT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818785" y="5412404"/>
            <a:ext cx="1955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탭1#</a:t>
            </a:r>
            <a:endParaRPr sz="700">
              <a:latin typeface="나눔바른고딕OTF"/>
              <a:cs typeface="나눔바른고딕OT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94261" y="5580331"/>
            <a:ext cx="1955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탭2#</a:t>
            </a:r>
            <a:endParaRPr sz="700">
              <a:latin typeface="나눔바른고딕OTF"/>
              <a:cs typeface="나눔바른고딕OT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457411" y="6602612"/>
            <a:ext cx="1955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탭2#</a:t>
            </a:r>
            <a:endParaRPr sz="700">
              <a:latin typeface="나눔바른고딕OTF"/>
              <a:cs typeface="나눔바른고딕OT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55635" y="5580331"/>
            <a:ext cx="1955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탭2#</a:t>
            </a:r>
            <a:endParaRPr sz="700">
              <a:latin typeface="나눔바른고딕OTF"/>
              <a:cs typeface="나눔바른고딕OT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818785" y="6602612"/>
            <a:ext cx="1955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탭2#</a:t>
            </a:r>
            <a:endParaRPr sz="700">
              <a:latin typeface="나눔바른고딕OTF"/>
              <a:cs typeface="나눔바른고딕OT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894261" y="6770538"/>
            <a:ext cx="1955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탭3#</a:t>
            </a:r>
            <a:endParaRPr sz="700">
              <a:latin typeface="나눔바른고딕OTF"/>
              <a:cs typeface="나눔바른고딕OT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457411" y="7792820"/>
            <a:ext cx="1955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탭3#</a:t>
            </a:r>
            <a:endParaRPr sz="700">
              <a:latin typeface="나눔바른고딕OTF"/>
              <a:cs typeface="나눔바른고딕OT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55635" y="6770538"/>
            <a:ext cx="1955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탭3#</a:t>
            </a:r>
            <a:endParaRPr sz="700">
              <a:latin typeface="나눔바른고딕OTF"/>
              <a:cs typeface="나눔바른고딕OTF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818785" y="7792820"/>
            <a:ext cx="1955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20" dirty="0">
                <a:solidFill>
                  <a:srgbClr val="4279B1"/>
                </a:solidFill>
                <a:latin typeface="나눔바른고딕OTF"/>
                <a:cs typeface="나눔바른고딕OTF"/>
              </a:rPr>
              <a:t>탭3#</a:t>
            </a:r>
            <a:endParaRPr sz="700">
              <a:latin typeface="나눔바른고딕OTF"/>
              <a:cs typeface="나눔바른고딕OTF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82354" y="3424428"/>
            <a:ext cx="1318260" cy="3404235"/>
            <a:chOff x="2482354" y="3424428"/>
            <a:chExt cx="1318260" cy="3404235"/>
          </a:xfrm>
        </p:grpSpPr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82354" y="3424428"/>
              <a:ext cx="1023277" cy="102326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82354" y="4614621"/>
              <a:ext cx="1023277" cy="102327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82354" y="5804840"/>
              <a:ext cx="1023277" cy="102326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495042" y="4279423"/>
              <a:ext cx="305435" cy="1807210"/>
            </a:xfrm>
            <a:custGeom>
              <a:avLst/>
              <a:gdLst/>
              <a:ahLst/>
              <a:cxnLst/>
              <a:rect l="l" t="t" r="r" b="b"/>
              <a:pathLst>
                <a:path w="305435" h="1807210">
                  <a:moveTo>
                    <a:pt x="152572" y="0"/>
                  </a:moveTo>
                  <a:lnTo>
                    <a:pt x="143155" y="6143"/>
                  </a:lnTo>
                  <a:lnTo>
                    <a:pt x="138297" y="24574"/>
                  </a:lnTo>
                  <a:lnTo>
                    <a:pt x="83243" y="1305712"/>
                  </a:lnTo>
                  <a:lnTo>
                    <a:pt x="17127" y="1305712"/>
                  </a:lnTo>
                  <a:lnTo>
                    <a:pt x="8330" y="1310200"/>
                  </a:lnTo>
                  <a:lnTo>
                    <a:pt x="2312" y="1321668"/>
                  </a:lnTo>
                  <a:lnTo>
                    <a:pt x="0" y="1337125"/>
                  </a:lnTo>
                  <a:lnTo>
                    <a:pt x="2318" y="1353578"/>
                  </a:lnTo>
                  <a:lnTo>
                    <a:pt x="137764" y="1791246"/>
                  </a:lnTo>
                  <a:lnTo>
                    <a:pt x="144242" y="1803211"/>
                  </a:lnTo>
                  <a:lnTo>
                    <a:pt x="152572" y="1807200"/>
                  </a:lnTo>
                  <a:lnTo>
                    <a:pt x="160903" y="1803211"/>
                  </a:lnTo>
                  <a:lnTo>
                    <a:pt x="167380" y="1791246"/>
                  </a:lnTo>
                  <a:lnTo>
                    <a:pt x="302826" y="1353578"/>
                  </a:lnTo>
                  <a:lnTo>
                    <a:pt x="305138" y="1337125"/>
                  </a:lnTo>
                  <a:lnTo>
                    <a:pt x="302823" y="1321668"/>
                  </a:lnTo>
                  <a:lnTo>
                    <a:pt x="296807" y="1310200"/>
                  </a:lnTo>
                  <a:lnTo>
                    <a:pt x="288018" y="1305712"/>
                  </a:lnTo>
                  <a:lnTo>
                    <a:pt x="221901" y="1305712"/>
                  </a:lnTo>
                  <a:lnTo>
                    <a:pt x="166847" y="24574"/>
                  </a:lnTo>
                  <a:lnTo>
                    <a:pt x="161990" y="6143"/>
                  </a:lnTo>
                  <a:lnTo>
                    <a:pt x="152572" y="0"/>
                  </a:lnTo>
                  <a:close/>
                </a:path>
              </a:pathLst>
            </a:custGeom>
            <a:solidFill>
              <a:srgbClr val="4279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10045509" y="4446701"/>
            <a:ext cx="1318260" cy="3404235"/>
            <a:chOff x="10045509" y="4446701"/>
            <a:chExt cx="1318260" cy="3404235"/>
          </a:xfrm>
        </p:grpSpPr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45509" y="4446701"/>
              <a:ext cx="1023277" cy="102326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45509" y="5636907"/>
              <a:ext cx="1023277" cy="102326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45509" y="6827126"/>
              <a:ext cx="1023277" cy="102326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1058193" y="5301703"/>
              <a:ext cx="305435" cy="1807210"/>
            </a:xfrm>
            <a:custGeom>
              <a:avLst/>
              <a:gdLst/>
              <a:ahLst/>
              <a:cxnLst/>
              <a:rect l="l" t="t" r="r" b="b"/>
              <a:pathLst>
                <a:path w="305434" h="1807209">
                  <a:moveTo>
                    <a:pt x="152572" y="0"/>
                  </a:moveTo>
                  <a:lnTo>
                    <a:pt x="143155" y="6143"/>
                  </a:lnTo>
                  <a:lnTo>
                    <a:pt x="138297" y="24574"/>
                  </a:lnTo>
                  <a:lnTo>
                    <a:pt x="83243" y="1305712"/>
                  </a:lnTo>
                  <a:lnTo>
                    <a:pt x="17127" y="1305712"/>
                  </a:lnTo>
                  <a:lnTo>
                    <a:pt x="8330" y="1310200"/>
                  </a:lnTo>
                  <a:lnTo>
                    <a:pt x="2312" y="1321668"/>
                  </a:lnTo>
                  <a:lnTo>
                    <a:pt x="0" y="1337125"/>
                  </a:lnTo>
                  <a:lnTo>
                    <a:pt x="2318" y="1353578"/>
                  </a:lnTo>
                  <a:lnTo>
                    <a:pt x="137764" y="1791246"/>
                  </a:lnTo>
                  <a:lnTo>
                    <a:pt x="144242" y="1803211"/>
                  </a:lnTo>
                  <a:lnTo>
                    <a:pt x="152572" y="1807200"/>
                  </a:lnTo>
                  <a:lnTo>
                    <a:pt x="160903" y="1803211"/>
                  </a:lnTo>
                  <a:lnTo>
                    <a:pt x="167380" y="1791246"/>
                  </a:lnTo>
                  <a:lnTo>
                    <a:pt x="302826" y="1353578"/>
                  </a:lnTo>
                  <a:lnTo>
                    <a:pt x="305138" y="1337125"/>
                  </a:lnTo>
                  <a:lnTo>
                    <a:pt x="302823" y="1321668"/>
                  </a:lnTo>
                  <a:lnTo>
                    <a:pt x="296807" y="1310200"/>
                  </a:lnTo>
                  <a:lnTo>
                    <a:pt x="288018" y="1305712"/>
                  </a:lnTo>
                  <a:lnTo>
                    <a:pt x="221901" y="1305712"/>
                  </a:lnTo>
                  <a:lnTo>
                    <a:pt x="166847" y="24574"/>
                  </a:lnTo>
                  <a:lnTo>
                    <a:pt x="161990" y="6143"/>
                  </a:lnTo>
                  <a:lnTo>
                    <a:pt x="152572" y="0"/>
                  </a:lnTo>
                  <a:close/>
                </a:path>
              </a:pathLst>
            </a:custGeom>
            <a:solidFill>
              <a:srgbClr val="4279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5843739" y="3424428"/>
            <a:ext cx="1273175" cy="3404235"/>
            <a:chOff x="5843739" y="3424428"/>
            <a:chExt cx="1273175" cy="3404235"/>
          </a:xfrm>
        </p:grpSpPr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43739" y="3424428"/>
              <a:ext cx="1023264" cy="102326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43739" y="4614621"/>
              <a:ext cx="1023264" cy="102327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43739" y="5804840"/>
              <a:ext cx="1023264" cy="102326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811205" y="4279413"/>
              <a:ext cx="305435" cy="1807210"/>
            </a:xfrm>
            <a:custGeom>
              <a:avLst/>
              <a:gdLst/>
              <a:ahLst/>
              <a:cxnLst/>
              <a:rect l="l" t="t" r="r" b="b"/>
              <a:pathLst>
                <a:path w="305434" h="1807210">
                  <a:moveTo>
                    <a:pt x="152565" y="0"/>
                  </a:moveTo>
                  <a:lnTo>
                    <a:pt x="144235" y="3988"/>
                  </a:lnTo>
                  <a:lnTo>
                    <a:pt x="137757" y="15954"/>
                  </a:lnTo>
                  <a:lnTo>
                    <a:pt x="2311" y="453621"/>
                  </a:lnTo>
                  <a:lnTo>
                    <a:pt x="0" y="470075"/>
                  </a:lnTo>
                  <a:lnTo>
                    <a:pt x="2314" y="485532"/>
                  </a:lnTo>
                  <a:lnTo>
                    <a:pt x="8330" y="497000"/>
                  </a:lnTo>
                  <a:lnTo>
                    <a:pt x="17119" y="501488"/>
                  </a:lnTo>
                  <a:lnTo>
                    <a:pt x="83236" y="501488"/>
                  </a:lnTo>
                  <a:lnTo>
                    <a:pt x="138290" y="1782625"/>
                  </a:lnTo>
                  <a:lnTo>
                    <a:pt x="143148" y="1801056"/>
                  </a:lnTo>
                  <a:lnTo>
                    <a:pt x="152565" y="1807200"/>
                  </a:lnTo>
                  <a:lnTo>
                    <a:pt x="161982" y="1801056"/>
                  </a:lnTo>
                  <a:lnTo>
                    <a:pt x="166840" y="1782625"/>
                  </a:lnTo>
                  <a:lnTo>
                    <a:pt x="221894" y="501488"/>
                  </a:lnTo>
                  <a:lnTo>
                    <a:pt x="288010" y="501488"/>
                  </a:lnTo>
                  <a:lnTo>
                    <a:pt x="296807" y="497000"/>
                  </a:lnTo>
                  <a:lnTo>
                    <a:pt x="302825" y="485532"/>
                  </a:lnTo>
                  <a:lnTo>
                    <a:pt x="305138" y="470075"/>
                  </a:lnTo>
                  <a:lnTo>
                    <a:pt x="302819" y="453621"/>
                  </a:lnTo>
                  <a:lnTo>
                    <a:pt x="167373" y="15954"/>
                  </a:lnTo>
                  <a:lnTo>
                    <a:pt x="160895" y="3988"/>
                  </a:lnTo>
                  <a:lnTo>
                    <a:pt x="152565" y="0"/>
                  </a:lnTo>
                  <a:close/>
                </a:path>
              </a:pathLst>
            </a:custGeom>
            <a:solidFill>
              <a:srgbClr val="4279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13406882" y="4446701"/>
            <a:ext cx="1273175" cy="3404235"/>
            <a:chOff x="13406882" y="4446701"/>
            <a:chExt cx="1273175" cy="3404235"/>
          </a:xfrm>
        </p:grpSpPr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06882" y="4446701"/>
              <a:ext cx="1023264" cy="102326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406882" y="5636907"/>
              <a:ext cx="1023264" cy="102326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06882" y="6827126"/>
              <a:ext cx="1023264" cy="1023264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4374350" y="5301703"/>
              <a:ext cx="305435" cy="1807210"/>
            </a:xfrm>
            <a:custGeom>
              <a:avLst/>
              <a:gdLst/>
              <a:ahLst/>
              <a:cxnLst/>
              <a:rect l="l" t="t" r="r" b="b"/>
              <a:pathLst>
                <a:path w="305434" h="1807209">
                  <a:moveTo>
                    <a:pt x="152572" y="0"/>
                  </a:moveTo>
                  <a:lnTo>
                    <a:pt x="143155" y="6143"/>
                  </a:lnTo>
                  <a:lnTo>
                    <a:pt x="138297" y="24574"/>
                  </a:lnTo>
                  <a:lnTo>
                    <a:pt x="83243" y="1305712"/>
                  </a:lnTo>
                  <a:lnTo>
                    <a:pt x="17127" y="1305712"/>
                  </a:lnTo>
                  <a:lnTo>
                    <a:pt x="8330" y="1310200"/>
                  </a:lnTo>
                  <a:lnTo>
                    <a:pt x="2312" y="1321668"/>
                  </a:lnTo>
                  <a:lnTo>
                    <a:pt x="0" y="1337125"/>
                  </a:lnTo>
                  <a:lnTo>
                    <a:pt x="2318" y="1353578"/>
                  </a:lnTo>
                  <a:lnTo>
                    <a:pt x="137764" y="1791246"/>
                  </a:lnTo>
                  <a:lnTo>
                    <a:pt x="144242" y="1803211"/>
                  </a:lnTo>
                  <a:lnTo>
                    <a:pt x="152572" y="1807200"/>
                  </a:lnTo>
                  <a:lnTo>
                    <a:pt x="160903" y="1803211"/>
                  </a:lnTo>
                  <a:lnTo>
                    <a:pt x="167380" y="1791246"/>
                  </a:lnTo>
                  <a:lnTo>
                    <a:pt x="302826" y="1353578"/>
                  </a:lnTo>
                  <a:lnTo>
                    <a:pt x="305138" y="1337125"/>
                  </a:lnTo>
                  <a:lnTo>
                    <a:pt x="302823" y="1321668"/>
                  </a:lnTo>
                  <a:lnTo>
                    <a:pt x="296807" y="1310200"/>
                  </a:lnTo>
                  <a:lnTo>
                    <a:pt x="288018" y="1305712"/>
                  </a:lnTo>
                  <a:lnTo>
                    <a:pt x="221901" y="1305712"/>
                  </a:lnTo>
                  <a:lnTo>
                    <a:pt x="166847" y="24574"/>
                  </a:lnTo>
                  <a:lnTo>
                    <a:pt x="161990" y="6143"/>
                  </a:lnTo>
                  <a:lnTo>
                    <a:pt x="152572" y="0"/>
                  </a:lnTo>
                  <a:close/>
                </a:path>
              </a:pathLst>
            </a:custGeom>
            <a:solidFill>
              <a:srgbClr val="4279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/>
          <p:nvPr/>
        </p:nvSpPr>
        <p:spPr>
          <a:xfrm>
            <a:off x="0" y="0"/>
            <a:ext cx="5058410" cy="1036955"/>
          </a:xfrm>
          <a:custGeom>
            <a:avLst/>
            <a:gdLst/>
            <a:ahLst/>
            <a:cxnLst/>
            <a:rect l="l" t="t" r="r" b="b"/>
            <a:pathLst>
              <a:path w="5058410" h="1036955">
                <a:moveTo>
                  <a:pt x="5009705" y="0"/>
                </a:moveTo>
                <a:lnTo>
                  <a:pt x="8694" y="0"/>
                </a:lnTo>
                <a:lnTo>
                  <a:pt x="7847" y="654"/>
                </a:lnTo>
                <a:lnTo>
                  <a:pt x="0" y="10812"/>
                </a:lnTo>
                <a:lnTo>
                  <a:pt x="0" y="979201"/>
                </a:lnTo>
                <a:lnTo>
                  <a:pt x="7847" y="989359"/>
                </a:lnTo>
                <a:lnTo>
                  <a:pt x="40634" y="1014690"/>
                </a:lnTo>
                <a:lnTo>
                  <a:pt x="79333" y="1031021"/>
                </a:lnTo>
                <a:lnTo>
                  <a:pt x="122400" y="1036807"/>
                </a:lnTo>
                <a:lnTo>
                  <a:pt x="4895999" y="1036807"/>
                </a:lnTo>
                <a:lnTo>
                  <a:pt x="4939066" y="1031021"/>
                </a:lnTo>
                <a:lnTo>
                  <a:pt x="4977765" y="1014690"/>
                </a:lnTo>
                <a:lnTo>
                  <a:pt x="5010552" y="989359"/>
                </a:lnTo>
                <a:lnTo>
                  <a:pt x="5035883" y="956572"/>
                </a:lnTo>
                <a:lnTo>
                  <a:pt x="5052214" y="917873"/>
                </a:lnTo>
                <a:lnTo>
                  <a:pt x="5058001" y="874806"/>
                </a:lnTo>
                <a:lnTo>
                  <a:pt x="5058001" y="115206"/>
                </a:lnTo>
                <a:lnTo>
                  <a:pt x="5052214" y="72140"/>
                </a:lnTo>
                <a:lnTo>
                  <a:pt x="5035883" y="33441"/>
                </a:lnTo>
                <a:lnTo>
                  <a:pt x="5010552" y="654"/>
                </a:lnTo>
                <a:lnTo>
                  <a:pt x="5009705" y="0"/>
                </a:lnTo>
                <a:close/>
              </a:path>
            </a:pathLst>
          </a:custGeom>
          <a:solidFill>
            <a:srgbClr val="3F80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635299" y="853326"/>
            <a:ext cx="171894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0" spc="-5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PART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2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2.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HOW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TO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USE</a:t>
            </a:r>
            <a:r>
              <a:rPr sz="700" b="0" spc="-5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THE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PRODUCT</a:t>
            </a:r>
            <a:endParaRPr sz="700">
              <a:latin typeface="G마켓 산스 TTF Medium"/>
              <a:cs typeface="G마켓 산스 TTF Medium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35299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14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4482795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15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64699" y="10252781"/>
            <a:ext cx="134556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3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02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제품사용방법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3024752" y="10252781"/>
            <a:ext cx="133985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5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제품사용방법</a:t>
            </a:r>
            <a:r>
              <a:rPr sz="1100" b="0" spc="-3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8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8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2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02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64" name="object 6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2-4.</a:t>
            </a:r>
            <a:r>
              <a:rPr spc="-5" dirty="0"/>
              <a:t> </a:t>
            </a:r>
            <a:r>
              <a:rPr dirty="0"/>
              <a:t>동작방식</a:t>
            </a:r>
            <a:r>
              <a:rPr spc="-5" dirty="0"/>
              <a:t> </a:t>
            </a:r>
            <a:r>
              <a:rPr spc="-25" dirty="0"/>
              <a:t>설명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853326"/>
            <a:ext cx="118491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0" spc="-5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PART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2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3.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USAGE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EXAMPLE</a:t>
            </a:r>
            <a:endParaRPr sz="700">
              <a:latin typeface="G마켓 산스 TTF Medium"/>
              <a:cs typeface="G마켓 산스 TTF Medium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3-1.</a:t>
            </a:r>
            <a:r>
              <a:rPr spc="-5" dirty="0"/>
              <a:t> </a:t>
            </a:r>
            <a:r>
              <a:rPr dirty="0"/>
              <a:t>프로그램 활용</a:t>
            </a:r>
            <a:r>
              <a:rPr spc="-5" dirty="0"/>
              <a:t> </a:t>
            </a:r>
            <a:r>
              <a:rPr spc="-25" dirty="0"/>
              <a:t>예제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8347" y="2476754"/>
            <a:ext cx="1813051" cy="36846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17001" y="6847116"/>
            <a:ext cx="1814398" cy="29556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46647" y="2476754"/>
            <a:ext cx="1813055" cy="36846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811950" y="2476754"/>
            <a:ext cx="1813052" cy="18072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811950" y="4354207"/>
            <a:ext cx="1813052" cy="18013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045299" y="3861014"/>
            <a:ext cx="2092325" cy="9512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25600"/>
              </a:lnSpc>
              <a:spcBef>
                <a:spcPts val="9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01.</a:t>
            </a:r>
            <a:r>
              <a:rPr sz="1000" b="1" spc="-3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탭이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연결된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미니스탠드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2개를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바닥에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좌.우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1.2M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간격으로 일직선 양옆으로 </a:t>
            </a:r>
            <a:r>
              <a:rPr sz="10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의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레이저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센서가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운동자를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향하게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배치합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니다. </a:t>
            </a:r>
            <a:r>
              <a:rPr sz="1200" b="0" baseline="3472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*</a:t>
            </a:r>
            <a:r>
              <a:rPr sz="1200" b="0" spc="-30" baseline="3472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준비물: 미니스탠드 2개, 클램프 2개, </a:t>
            </a:r>
            <a:r>
              <a:rPr sz="1200" b="0" spc="-37" baseline="3472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미니스</a:t>
            </a:r>
            <a:r>
              <a:rPr sz="1200" b="0" spc="750" baseline="3472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탠드에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탭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2개를 </a:t>
            </a:r>
            <a:r>
              <a:rPr sz="800" b="0" spc="-1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연결합니다</a:t>
            </a:r>
            <a:endParaRPr sz="800">
              <a:latin typeface="나눔바른고딕OTF Light"/>
              <a:cs typeface="나눔바른고딕OTF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70699" y="5269472"/>
            <a:ext cx="1357630" cy="2094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0">
              <a:lnSpc>
                <a:spcPct val="125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03.</a:t>
            </a:r>
            <a:r>
              <a:rPr sz="1000" b="1" spc="-3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2개를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블루투스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통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신으로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연결합니다.</a:t>
            </a:r>
            <a:endParaRPr sz="1000">
              <a:latin typeface="나눔바른고딕OTF Light"/>
              <a:cs typeface="나눔바른고딕OTF Light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*하단에</a:t>
            </a:r>
            <a:r>
              <a:rPr sz="800" b="0" spc="-4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탭을</a:t>
            </a:r>
            <a:r>
              <a:rPr sz="800" b="0" spc="-3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클릭하면</a:t>
            </a:r>
            <a:r>
              <a:rPr sz="800" b="0" spc="-3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가까운</a:t>
            </a:r>
            <a:r>
              <a:rPr sz="800" b="0" spc="-3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5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모</a:t>
            </a:r>
            <a:endParaRPr sz="800">
              <a:latin typeface="나눔바른고딕OTF Light"/>
              <a:cs typeface="나눔바른고딕OTF Light"/>
            </a:endParaRPr>
          </a:p>
          <a:p>
            <a:pPr marL="12700" marR="5080">
              <a:lnSpc>
                <a:spcPct val="156200"/>
              </a:lnSpc>
            </a:pP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션탭을</a:t>
            </a:r>
            <a:r>
              <a:rPr sz="800" b="0" spc="-5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연결</a:t>
            </a:r>
            <a:r>
              <a:rPr sz="800" b="0" spc="-5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합니다</a:t>
            </a:r>
            <a:r>
              <a:rPr sz="800" b="0" spc="10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점등</a:t>
            </a:r>
            <a:r>
              <a:rPr sz="800" b="0" spc="-4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아이콘을</a:t>
            </a:r>
            <a:r>
              <a:rPr sz="800" b="0" spc="50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클릭하여 탭순서를 확인하고 드레</a:t>
            </a:r>
            <a:r>
              <a:rPr sz="800" b="0" spc="50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그하여</a:t>
            </a:r>
            <a:r>
              <a:rPr sz="800" b="0" spc="-4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순서를변경</a:t>
            </a:r>
            <a:r>
              <a:rPr sz="800" b="0" spc="-4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할</a:t>
            </a:r>
            <a:r>
              <a:rPr sz="800" b="0" spc="-4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수</a:t>
            </a:r>
            <a:r>
              <a:rPr sz="800" b="0" spc="-4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3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있습니다.</a:t>
            </a:r>
            <a:endParaRPr sz="800">
              <a:latin typeface="나눔바른고딕OTF Light"/>
              <a:cs typeface="나눔바른고딕OTF Light"/>
            </a:endParaRPr>
          </a:p>
          <a:p>
            <a:pPr marL="12700" marR="72390">
              <a:lnSpc>
                <a:spcPct val="156200"/>
              </a:lnSpc>
            </a:pP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*배터리</a:t>
            </a:r>
            <a:r>
              <a:rPr sz="800" b="0" spc="-3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잔량이</a:t>
            </a:r>
            <a:r>
              <a:rPr sz="800" b="0" spc="-3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15%</a:t>
            </a:r>
            <a:r>
              <a:rPr sz="800" b="0" spc="-3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이내일때는</a:t>
            </a:r>
            <a:r>
              <a:rPr sz="800" b="0" spc="50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빨간색으로</a:t>
            </a:r>
            <a:r>
              <a:rPr sz="800" b="0" spc="-5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표시됩니다.</a:t>
            </a:r>
            <a:endParaRPr sz="800">
              <a:latin typeface="나눔바른고딕OTF Light"/>
              <a:cs typeface="나눔바른고딕OTF Light"/>
            </a:endParaRPr>
          </a:p>
          <a:p>
            <a:pPr marL="12700" marR="29845">
              <a:lnSpc>
                <a:spcPct val="156200"/>
              </a:lnSpc>
            </a:pPr>
            <a:r>
              <a:rPr sz="800" b="0" spc="-3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*연결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가능</a:t>
            </a:r>
            <a:r>
              <a:rPr sz="800" b="0" spc="-3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탭수는</a:t>
            </a:r>
            <a:r>
              <a:rPr sz="800" b="0" spc="-3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최대</a:t>
            </a:r>
            <a:r>
              <a:rPr sz="800" b="0" spc="-3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12개로</a:t>
            </a:r>
            <a:r>
              <a:rPr sz="800" b="0" spc="-3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5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제</a:t>
            </a:r>
            <a:r>
              <a:rPr sz="800" b="0" spc="50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3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한됩니다.(모바일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기기</a:t>
            </a:r>
            <a:r>
              <a:rPr sz="800" b="0" spc="-1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마다</a:t>
            </a:r>
            <a:r>
              <a:rPr sz="800" b="0" spc="-1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6개</a:t>
            </a:r>
            <a:endParaRPr sz="800">
              <a:latin typeface="나눔바른고딕OTF Light"/>
              <a:cs typeface="나눔바른고딕OTF Ligh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~8개로</a:t>
            </a:r>
            <a:r>
              <a:rPr sz="800" b="0" spc="-3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제한이</a:t>
            </a:r>
            <a:r>
              <a:rPr sz="800" b="0" spc="-3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될</a:t>
            </a:r>
            <a:r>
              <a:rPr sz="800" b="0" spc="-3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수도있습니다)</a:t>
            </a:r>
            <a:endParaRPr sz="800">
              <a:latin typeface="나눔바른고딕OTF Light"/>
              <a:cs typeface="나눔바른고딕OTF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11900" y="6069571"/>
            <a:ext cx="12782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02.</a:t>
            </a:r>
            <a:r>
              <a:rPr sz="1000" b="1" spc="-35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모션탭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앱을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실행하고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11900" y="6260071"/>
            <a:ext cx="1295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등록하신 전화번호와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비밀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11900" y="6450571"/>
            <a:ext cx="13239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번호를 입력하여 로그인 </a:t>
            </a:r>
            <a:r>
              <a:rPr sz="10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처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11900" y="6641071"/>
            <a:ext cx="5035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리합니다.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37808" y="6849986"/>
            <a:ext cx="12623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0" spc="-3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*자동로그인</a:t>
            </a:r>
            <a:r>
              <a:rPr sz="800" b="0" spc="-1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버튼을</a:t>
            </a:r>
            <a:r>
              <a:rPr sz="800" b="0" spc="-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체크하시면</a:t>
            </a:r>
            <a:endParaRPr sz="800">
              <a:latin typeface="나눔바른고딕OTF Light"/>
              <a:cs typeface="나눔바른고딕OTF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11900" y="7025881"/>
            <a:ext cx="13487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이후는 </a:t>
            </a:r>
            <a:r>
              <a:rPr sz="800" b="0" spc="-1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입력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없이도 로그인이 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됩니</a:t>
            </a:r>
            <a:endParaRPr sz="800">
              <a:latin typeface="나눔바른고딕OTF Light"/>
              <a:cs typeface="나눔바른고딕OTF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11900" y="7216381"/>
            <a:ext cx="1422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다.</a:t>
            </a:r>
            <a:endParaRPr sz="800">
              <a:latin typeface="나눔바른고딕OTF Light"/>
              <a:cs typeface="나눔바른고딕OTF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11900" y="7949676"/>
            <a:ext cx="3879215" cy="196342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16535" indent="-203835">
              <a:lnSpc>
                <a:spcPct val="100000"/>
              </a:lnSpc>
              <a:spcBef>
                <a:spcPts val="655"/>
              </a:spcBef>
              <a:buClr>
                <a:srgbClr val="447AB2"/>
              </a:buClr>
              <a:buSzPct val="95000"/>
              <a:buFont typeface=""/>
              <a:buAutoNum type="arabicPeriod" startAt="4"/>
              <a:tabLst>
                <a:tab pos="216535" algn="l"/>
              </a:tabLst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사이드스텝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런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2P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프로그램을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찾아서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초기화면을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띄웁니다.</a:t>
            </a:r>
            <a:endParaRPr sz="1000">
              <a:latin typeface="나눔바른고딕OTF Light"/>
              <a:cs typeface="나눔바른고딕OTF Light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*영상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시청하여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운동방법을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숙지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합니다.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*탭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순서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버튼을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눌러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불빛</a:t>
            </a: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순서를 </a:t>
            </a:r>
            <a:r>
              <a:rPr sz="800" b="0" spc="-1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확인합니다</a:t>
            </a:r>
            <a:endParaRPr sz="800">
              <a:latin typeface="나눔바른고딕OTF Light"/>
              <a:cs typeface="나눔바른고딕OTF Light"/>
            </a:endParaRPr>
          </a:p>
          <a:p>
            <a:pPr>
              <a:lnSpc>
                <a:spcPct val="100000"/>
              </a:lnSpc>
            </a:pPr>
            <a:endParaRPr sz="800">
              <a:latin typeface="나눔바른고딕OTF Light"/>
              <a:cs typeface="나눔바른고딕OTF Ligh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나눔바른고딕OTF Light"/>
              <a:cs typeface="나눔바른고딕OTF Light"/>
            </a:endParaRPr>
          </a:p>
          <a:p>
            <a:pPr marL="190500" indent="-188595">
              <a:lnSpc>
                <a:spcPct val="100000"/>
              </a:lnSpc>
              <a:buClr>
                <a:srgbClr val="447AB2"/>
              </a:buClr>
              <a:buSzPct val="95000"/>
              <a:buFont typeface=""/>
              <a:buAutoNum type="arabicPeriod" startAt="5"/>
              <a:tabLst>
                <a:tab pos="190500" algn="l"/>
              </a:tabLst>
            </a:pP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실제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운동에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참여하는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학생을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배치도에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보여주는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출발선상에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대기합니다.</a:t>
            </a:r>
            <a:endParaRPr sz="1000">
              <a:latin typeface="나눔바른고딕OTF Light"/>
              <a:cs typeface="나눔바른고딕OTF Light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*(좌,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우</a:t>
            </a:r>
            <a:r>
              <a:rPr sz="800" b="0" spc="-1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양쪽의 일직선으로</a:t>
            </a:r>
            <a:r>
              <a:rPr sz="800" b="0" spc="-1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배치된</a:t>
            </a:r>
            <a:r>
              <a:rPr sz="800" b="0" spc="-1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운동기구의 중앙에서</a:t>
            </a:r>
            <a:r>
              <a:rPr sz="800" b="0" spc="-1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20cm</a:t>
            </a:r>
            <a:r>
              <a:rPr sz="800" b="0" spc="-1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뒤에서 </a:t>
            </a:r>
            <a:r>
              <a:rPr sz="800" b="0" spc="-1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대기합니다.)</a:t>
            </a:r>
            <a:endParaRPr sz="800">
              <a:latin typeface="나눔바른고딕OTF Light"/>
              <a:cs typeface="나눔바른고딕OTF Light"/>
            </a:endParaRPr>
          </a:p>
          <a:p>
            <a:pPr>
              <a:lnSpc>
                <a:spcPct val="100000"/>
              </a:lnSpc>
            </a:pPr>
            <a:endParaRPr sz="800">
              <a:latin typeface="나눔바른고딕OTF Light"/>
              <a:cs typeface="나눔바른고딕OTF Light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800">
              <a:latin typeface="나눔바른고딕OTF Light"/>
              <a:cs typeface="나눔바른고딕OTF Light"/>
            </a:endParaRPr>
          </a:p>
          <a:p>
            <a:pPr marL="190500" indent="-188595">
              <a:lnSpc>
                <a:spcPct val="100000"/>
              </a:lnSpc>
              <a:spcBef>
                <a:spcPts val="5"/>
              </a:spcBef>
              <a:buClr>
                <a:srgbClr val="447AB2"/>
              </a:buClr>
              <a:buSzPct val="95000"/>
              <a:buFont typeface=""/>
              <a:buAutoNum type="arabicPeriod" startAt="6"/>
              <a:tabLst>
                <a:tab pos="190500" algn="l"/>
              </a:tabLst>
            </a:pP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진행자(선생님)는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훈련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시작하기 버튼을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눌러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운동을</a:t>
            </a:r>
            <a:r>
              <a:rPr sz="10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진행합니다.</a:t>
            </a:r>
            <a:endParaRPr sz="1000">
              <a:latin typeface="나눔바른고딕OTF Light"/>
              <a:cs typeface="나눔바른고딕OTF Light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800" b="0" spc="-2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(운동이</a:t>
            </a:r>
            <a:r>
              <a:rPr sz="800" b="0" spc="-1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종료되면</a:t>
            </a:r>
            <a:r>
              <a:rPr sz="800" b="0" spc="-1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3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참가자(학생)의</a:t>
            </a:r>
            <a:r>
              <a:rPr sz="800" b="0" spc="-1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측정</a:t>
            </a:r>
            <a:r>
              <a:rPr sz="800" b="0" spc="-15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내역이</a:t>
            </a:r>
            <a:r>
              <a:rPr sz="800" b="0" spc="-10" dirty="0">
                <a:solidFill>
                  <a:srgbClr val="4676A8"/>
                </a:solidFill>
                <a:latin typeface="나눔바른고딕OTF Light"/>
                <a:cs typeface="나눔바른고딕OTF Light"/>
              </a:rPr>
              <a:t> 보여줍니다.)</a:t>
            </a:r>
            <a:endParaRPr sz="800">
              <a:latin typeface="나눔바른고딕OTF Light"/>
              <a:cs typeface="나눔바른고딕OTF Light"/>
            </a:endParaRPr>
          </a:p>
          <a:p>
            <a:pPr>
              <a:lnSpc>
                <a:spcPct val="100000"/>
              </a:lnSpc>
            </a:pPr>
            <a:endParaRPr sz="800">
              <a:latin typeface="나눔바른고딕OTF Light"/>
              <a:cs typeface="나눔바른고딕OTF Ligh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나눔바른고딕OTF Light"/>
              <a:cs typeface="나눔바른고딕OTF Light"/>
            </a:endParaRPr>
          </a:p>
          <a:p>
            <a:pPr marL="190500" indent="-188595">
              <a:lnSpc>
                <a:spcPct val="100000"/>
              </a:lnSpc>
              <a:buClr>
                <a:srgbClr val="447AB2"/>
              </a:buClr>
              <a:buSzPct val="95000"/>
              <a:buFont typeface=""/>
              <a:buAutoNum type="arabicPeriod" startAt="7"/>
              <a:tabLst>
                <a:tab pos="190500" algn="l"/>
              </a:tabLst>
            </a:pP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이후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다른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참가자(학생)들이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⑥,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⑦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순으로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계속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진행을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하시면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됩니다.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04299" y="6239510"/>
            <a:ext cx="18262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01.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하단에</a:t>
            </a:r>
            <a:r>
              <a:rPr sz="1000" b="0" spc="-10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6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Read</a:t>
            </a:r>
            <a:r>
              <a:rPr sz="1000" b="0" spc="-10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6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More을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클릭</a:t>
            </a:r>
            <a:r>
              <a:rPr sz="1000" b="0" spc="-10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합니다.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04299" y="9880870"/>
            <a:ext cx="15601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04.</a:t>
            </a:r>
            <a:r>
              <a:rPr sz="1000" b="1" spc="-3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훈련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시작하기를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클릭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합니다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517300" y="6201410"/>
            <a:ext cx="174688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02.</a:t>
            </a:r>
            <a:r>
              <a:rPr sz="10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일반설정에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플레이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시간을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클릭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합니다.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782599" y="6201410"/>
            <a:ext cx="18078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03.</a:t>
            </a:r>
            <a:r>
              <a:rPr sz="1000" b="1" spc="-3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초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부분을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스크롤하여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30초로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설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정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합니다.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9000" y="1432805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5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208001" y="1432805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5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53099" y="1455045"/>
            <a:ext cx="1105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solidFill>
                  <a:srgbClr val="231F20"/>
                </a:solidFill>
                <a:latin typeface="나눔바른고딕OTF"/>
                <a:cs typeface="나눔바른고딕OTF"/>
              </a:rPr>
              <a:t>프로그램</a:t>
            </a:r>
            <a:r>
              <a:rPr sz="1200" b="1" spc="-9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활용</a:t>
            </a:r>
            <a:r>
              <a:rPr sz="1200" b="1" spc="-9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5" dirty="0">
                <a:solidFill>
                  <a:srgbClr val="231F20"/>
                </a:solidFill>
                <a:latin typeface="나눔바른고딕OTF"/>
                <a:cs typeface="나눔바른고딕OTF"/>
              </a:rPr>
              <a:t>예제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22099" y="1455045"/>
            <a:ext cx="20358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solidFill>
                  <a:srgbClr val="231F20"/>
                </a:solidFill>
                <a:latin typeface="나눔바른고딕OTF"/>
                <a:cs typeface="나눔바른고딕OTF"/>
              </a:rPr>
              <a:t>프로그램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활용</a:t>
            </a:r>
            <a:r>
              <a:rPr sz="1200" b="1" spc="-9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예제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10" dirty="0">
                <a:solidFill>
                  <a:srgbClr val="231F20"/>
                </a:solidFill>
                <a:latin typeface="나눔바른고딕OTF"/>
                <a:cs typeface="나눔바른고딕OTF"/>
              </a:rPr>
              <a:t>-</a:t>
            </a:r>
            <a:r>
              <a:rPr sz="1200" b="1" spc="-9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65" dirty="0">
                <a:solidFill>
                  <a:srgbClr val="231F20"/>
                </a:solidFill>
                <a:latin typeface="나눔바른고딕OTF"/>
                <a:cs typeface="나눔바른고딕OTF"/>
              </a:rPr>
              <a:t>세부설정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5" dirty="0">
                <a:solidFill>
                  <a:srgbClr val="231F20"/>
                </a:solidFill>
                <a:latin typeface="나눔바른고딕OTF"/>
                <a:cs typeface="나눔바른고딕OTF"/>
              </a:rPr>
              <a:t>변경</a:t>
            </a:r>
            <a:endParaRPr sz="1200">
              <a:latin typeface="나눔바른고딕OTF"/>
              <a:cs typeface="나눔바른고딕OTF"/>
            </a:endParaRPr>
          </a:p>
        </p:txBody>
      </p:sp>
      <p:pic>
        <p:nvPicPr>
          <p:cNvPr id="27" name="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105" y="1528203"/>
            <a:ext cx="73799" cy="737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88106" y="1528203"/>
            <a:ext cx="73799" cy="73799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635299" y="1826205"/>
            <a:ext cx="63620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사이드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스탭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2P를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예제로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활용하여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콘텐츠를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실행하는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방식에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대해서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학습해보고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기존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콘텐츠에서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자신이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원하는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데로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플레이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시간을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조정하여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상황에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맞게끔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수정하여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자유자재로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사용하는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방법을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학습할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204299" y="1826205"/>
            <a:ext cx="64198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사이드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스탭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2P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-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입시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운동시간을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늘리기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위해서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플레이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시간을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수정하여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시간을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20초에서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30초로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늘려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운동하는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방법을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설명해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드리겠습니다.</a:t>
            </a:r>
            <a:endParaRPr sz="1000">
              <a:latin typeface="나눔명조OTF"/>
              <a:cs typeface="나눔명조OT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02703" y="2467483"/>
            <a:ext cx="4383405" cy="2428240"/>
            <a:chOff x="602703" y="2467483"/>
            <a:chExt cx="4383405" cy="2428240"/>
          </a:xfrm>
        </p:grpSpPr>
        <p:sp>
          <p:nvSpPr>
            <p:cNvPr id="32" name="object 32"/>
            <p:cNvSpPr/>
            <p:nvPr/>
          </p:nvSpPr>
          <p:spPr>
            <a:xfrm>
              <a:off x="602703" y="2467483"/>
              <a:ext cx="1842770" cy="2428240"/>
            </a:xfrm>
            <a:custGeom>
              <a:avLst/>
              <a:gdLst/>
              <a:ahLst/>
              <a:cxnLst/>
              <a:rect l="l" t="t" r="r" b="b"/>
              <a:pathLst>
                <a:path w="1842770" h="2428240">
                  <a:moveTo>
                    <a:pt x="1842516" y="0"/>
                  </a:moveTo>
                  <a:lnTo>
                    <a:pt x="0" y="0"/>
                  </a:lnTo>
                  <a:lnTo>
                    <a:pt x="0" y="2427731"/>
                  </a:lnTo>
                  <a:lnTo>
                    <a:pt x="1842516" y="2427731"/>
                  </a:lnTo>
                  <a:lnTo>
                    <a:pt x="1842516" y="0"/>
                  </a:lnTo>
                  <a:close/>
                </a:path>
              </a:pathLst>
            </a:custGeom>
            <a:solidFill>
              <a:srgbClr val="231F2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8004" y="2511006"/>
              <a:ext cx="1704594" cy="22860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445905" y="2467483"/>
              <a:ext cx="1271270" cy="2428240"/>
            </a:xfrm>
            <a:custGeom>
              <a:avLst/>
              <a:gdLst/>
              <a:ahLst/>
              <a:cxnLst/>
              <a:rect l="l" t="t" r="r" b="b"/>
              <a:pathLst>
                <a:path w="1271270" h="2428240">
                  <a:moveTo>
                    <a:pt x="1271015" y="0"/>
                  </a:moveTo>
                  <a:lnTo>
                    <a:pt x="0" y="0"/>
                  </a:lnTo>
                  <a:lnTo>
                    <a:pt x="0" y="2427731"/>
                  </a:lnTo>
                  <a:lnTo>
                    <a:pt x="1271015" y="2427731"/>
                  </a:lnTo>
                  <a:lnTo>
                    <a:pt x="1271015" y="0"/>
                  </a:lnTo>
                  <a:close/>
                </a:path>
              </a:pathLst>
            </a:custGeom>
            <a:solidFill>
              <a:srgbClr val="231F2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91206" y="2511006"/>
              <a:ext cx="1130388" cy="22860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714902" y="2467483"/>
              <a:ext cx="1271270" cy="2428240"/>
            </a:xfrm>
            <a:custGeom>
              <a:avLst/>
              <a:gdLst/>
              <a:ahLst/>
              <a:cxnLst/>
              <a:rect l="l" t="t" r="r" b="b"/>
              <a:pathLst>
                <a:path w="1271270" h="2428240">
                  <a:moveTo>
                    <a:pt x="1271015" y="0"/>
                  </a:moveTo>
                  <a:lnTo>
                    <a:pt x="0" y="0"/>
                  </a:lnTo>
                  <a:lnTo>
                    <a:pt x="0" y="2427731"/>
                  </a:lnTo>
                  <a:lnTo>
                    <a:pt x="1271015" y="2427731"/>
                  </a:lnTo>
                  <a:lnTo>
                    <a:pt x="1271015" y="0"/>
                  </a:lnTo>
                  <a:close/>
                </a:path>
              </a:pathLst>
            </a:custGeom>
            <a:solidFill>
              <a:srgbClr val="231F2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60190" y="2511006"/>
              <a:ext cx="1130414" cy="2286000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609904" y="5018938"/>
            <a:ext cx="1842770" cy="2428240"/>
            <a:chOff x="609904" y="5018938"/>
            <a:chExt cx="1842770" cy="2428240"/>
          </a:xfrm>
        </p:grpSpPr>
        <p:sp>
          <p:nvSpPr>
            <p:cNvPr id="39" name="object 39"/>
            <p:cNvSpPr/>
            <p:nvPr/>
          </p:nvSpPr>
          <p:spPr>
            <a:xfrm>
              <a:off x="609904" y="5018938"/>
              <a:ext cx="1842770" cy="2428240"/>
            </a:xfrm>
            <a:custGeom>
              <a:avLst/>
              <a:gdLst/>
              <a:ahLst/>
              <a:cxnLst/>
              <a:rect l="l" t="t" r="r" b="b"/>
              <a:pathLst>
                <a:path w="1842770" h="2428240">
                  <a:moveTo>
                    <a:pt x="1842516" y="0"/>
                  </a:moveTo>
                  <a:lnTo>
                    <a:pt x="0" y="0"/>
                  </a:lnTo>
                  <a:lnTo>
                    <a:pt x="0" y="2427731"/>
                  </a:lnTo>
                  <a:lnTo>
                    <a:pt x="1842516" y="2427731"/>
                  </a:lnTo>
                  <a:lnTo>
                    <a:pt x="1842516" y="0"/>
                  </a:lnTo>
                  <a:close/>
                </a:path>
              </a:pathLst>
            </a:custGeom>
            <a:solidFill>
              <a:srgbClr val="231F2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5790" y="5062461"/>
              <a:ext cx="1704008" cy="2286000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609904" y="7570393"/>
            <a:ext cx="1842770" cy="2428240"/>
            <a:chOff x="609904" y="7570393"/>
            <a:chExt cx="1842770" cy="2428240"/>
          </a:xfrm>
        </p:grpSpPr>
        <p:sp>
          <p:nvSpPr>
            <p:cNvPr id="42" name="object 42"/>
            <p:cNvSpPr/>
            <p:nvPr/>
          </p:nvSpPr>
          <p:spPr>
            <a:xfrm>
              <a:off x="609904" y="7570393"/>
              <a:ext cx="1842770" cy="2428240"/>
            </a:xfrm>
            <a:custGeom>
              <a:avLst/>
              <a:gdLst/>
              <a:ahLst/>
              <a:cxnLst/>
              <a:rect l="l" t="t" r="r" b="b"/>
              <a:pathLst>
                <a:path w="1842770" h="2428240">
                  <a:moveTo>
                    <a:pt x="1842516" y="0"/>
                  </a:moveTo>
                  <a:lnTo>
                    <a:pt x="0" y="0"/>
                  </a:lnTo>
                  <a:lnTo>
                    <a:pt x="0" y="2427732"/>
                  </a:lnTo>
                  <a:lnTo>
                    <a:pt x="1842516" y="2427732"/>
                  </a:lnTo>
                  <a:lnTo>
                    <a:pt x="1842516" y="0"/>
                  </a:lnTo>
                  <a:close/>
                </a:path>
              </a:pathLst>
            </a:custGeom>
            <a:solidFill>
              <a:srgbClr val="231F2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5790" y="7613916"/>
              <a:ext cx="1704008" cy="2286000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3902100" y="5018938"/>
            <a:ext cx="1828800" cy="2428240"/>
            <a:chOff x="3902100" y="5018938"/>
            <a:chExt cx="1828800" cy="2428240"/>
          </a:xfrm>
        </p:grpSpPr>
        <p:sp>
          <p:nvSpPr>
            <p:cNvPr id="45" name="object 45"/>
            <p:cNvSpPr/>
            <p:nvPr/>
          </p:nvSpPr>
          <p:spPr>
            <a:xfrm>
              <a:off x="3902100" y="5018938"/>
              <a:ext cx="1828800" cy="2428240"/>
            </a:xfrm>
            <a:custGeom>
              <a:avLst/>
              <a:gdLst/>
              <a:ahLst/>
              <a:cxnLst/>
              <a:rect l="l" t="t" r="r" b="b"/>
              <a:pathLst>
                <a:path w="1828800" h="2428240">
                  <a:moveTo>
                    <a:pt x="1828800" y="0"/>
                  </a:moveTo>
                  <a:lnTo>
                    <a:pt x="0" y="0"/>
                  </a:lnTo>
                  <a:lnTo>
                    <a:pt x="0" y="2427731"/>
                  </a:lnTo>
                  <a:lnTo>
                    <a:pt x="1828800" y="2427731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231F2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47401" y="5062461"/>
              <a:ext cx="1687066" cy="228600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635299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16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482795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17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64699" y="10252781"/>
            <a:ext cx="122745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3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03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사용법숙지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142379" y="10252781"/>
            <a:ext cx="122237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사용법숙지</a:t>
            </a: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9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9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2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03</a:t>
            </a:r>
            <a:endParaRPr sz="1100">
              <a:latin typeface="나눔바른고딕OTF Light"/>
              <a:cs typeface="나눔바른고딕OTF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853326"/>
            <a:ext cx="118491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0" spc="-5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PART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2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3.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USAGE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EXAMPLE</a:t>
            </a:r>
            <a:endParaRPr sz="700">
              <a:latin typeface="G마켓 산스 TTF Medium"/>
              <a:cs typeface="G마켓 산스 TTF Medium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3-2 </a:t>
            </a:r>
            <a:r>
              <a:rPr spc="-10" dirty="0"/>
              <a:t>사용법숙지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48000" y="1432805"/>
            <a:ext cx="6480175" cy="268605"/>
            <a:chOff x="648000" y="1432805"/>
            <a:chExt cx="6480175" cy="268605"/>
          </a:xfrm>
        </p:grpSpPr>
        <p:sp>
          <p:nvSpPr>
            <p:cNvPr id="5" name="object 5"/>
            <p:cNvSpPr/>
            <p:nvPr/>
          </p:nvSpPr>
          <p:spPr>
            <a:xfrm>
              <a:off x="648000" y="1432805"/>
              <a:ext cx="6480175" cy="268605"/>
            </a:xfrm>
            <a:custGeom>
              <a:avLst/>
              <a:gdLst/>
              <a:ahLst/>
              <a:cxnLst/>
              <a:rect l="l" t="t" r="r" b="b"/>
              <a:pathLst>
                <a:path w="6480175" h="268605">
                  <a:moveTo>
                    <a:pt x="6345897" y="0"/>
                  </a:moveTo>
                  <a:lnTo>
                    <a:pt x="134099" y="0"/>
                  </a:lnTo>
                  <a:lnTo>
                    <a:pt x="91711" y="6835"/>
                  </a:lnTo>
                  <a:lnTo>
                    <a:pt x="54899" y="25871"/>
                  </a:lnTo>
                  <a:lnTo>
                    <a:pt x="25871" y="54899"/>
                  </a:lnTo>
                  <a:lnTo>
                    <a:pt x="6835" y="91711"/>
                  </a:lnTo>
                  <a:lnTo>
                    <a:pt x="0" y="134099"/>
                  </a:lnTo>
                  <a:lnTo>
                    <a:pt x="6835" y="176487"/>
                  </a:lnTo>
                  <a:lnTo>
                    <a:pt x="25871" y="213298"/>
                  </a:lnTo>
                  <a:lnTo>
                    <a:pt x="54899" y="242326"/>
                  </a:lnTo>
                  <a:lnTo>
                    <a:pt x="91711" y="261362"/>
                  </a:lnTo>
                  <a:lnTo>
                    <a:pt x="134099" y="268198"/>
                  </a:lnTo>
                  <a:lnTo>
                    <a:pt x="6345897" y="268198"/>
                  </a:lnTo>
                  <a:lnTo>
                    <a:pt x="6388285" y="261362"/>
                  </a:lnTo>
                  <a:lnTo>
                    <a:pt x="6425097" y="242326"/>
                  </a:lnTo>
                  <a:lnTo>
                    <a:pt x="6454125" y="213298"/>
                  </a:lnTo>
                  <a:lnTo>
                    <a:pt x="6473161" y="176487"/>
                  </a:lnTo>
                  <a:lnTo>
                    <a:pt x="6479997" y="134099"/>
                  </a:lnTo>
                  <a:lnTo>
                    <a:pt x="6473161" y="91711"/>
                  </a:lnTo>
                  <a:lnTo>
                    <a:pt x="6454125" y="54899"/>
                  </a:lnTo>
                  <a:lnTo>
                    <a:pt x="6425097" y="25871"/>
                  </a:lnTo>
                  <a:lnTo>
                    <a:pt x="6388285" y="6835"/>
                  </a:lnTo>
                  <a:lnTo>
                    <a:pt x="6345897" y="0"/>
                  </a:lnTo>
                  <a:close/>
                </a:path>
              </a:pathLst>
            </a:custGeom>
            <a:solidFill>
              <a:srgbClr val="CB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106" y="1528203"/>
              <a:ext cx="73799" cy="737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26300" y="1455045"/>
            <a:ext cx="646112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solidFill>
                  <a:srgbClr val="231F20"/>
                </a:solidFill>
                <a:latin typeface="나눔바른고딕OTF"/>
                <a:cs typeface="나눔바른고딕OTF"/>
              </a:rPr>
              <a:t>플레이어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추가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0" dirty="0">
                <a:solidFill>
                  <a:srgbClr val="231F20"/>
                </a:solidFill>
                <a:latin typeface="나눔바른고딕OTF"/>
                <a:cs typeface="나눔바른고딕OTF"/>
              </a:rPr>
              <a:t>및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5" dirty="0">
                <a:solidFill>
                  <a:srgbClr val="231F20"/>
                </a:solidFill>
                <a:latin typeface="나눔바른고딕OTF"/>
                <a:cs typeface="나눔바른고딕OTF"/>
              </a:rPr>
              <a:t>관리</a:t>
            </a:r>
            <a:endParaRPr sz="1200">
              <a:latin typeface="나눔바른고딕OTF"/>
              <a:cs typeface="나눔바른고딕OTF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나눔바른고딕OTF"/>
              <a:cs typeface="나눔바른고딕OTF"/>
            </a:endParaRPr>
          </a:p>
          <a:p>
            <a:pPr marL="12700" marR="5080">
              <a:lnSpc>
                <a:spcPct val="150000"/>
              </a:lnSpc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앱에서는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플레이어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관리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기능을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통해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인원을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그룹별로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체계적으로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관리하고,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개인별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측정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데이터를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효율적으로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운영할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08001" y="4406404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4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422099" y="4428645"/>
            <a:ext cx="2014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solidFill>
                  <a:srgbClr val="231F20"/>
                </a:solidFill>
                <a:latin typeface="나눔바른고딕OTF"/>
                <a:cs typeface="나눔바른고딕OTF"/>
              </a:rPr>
              <a:t>프로그램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활용</a:t>
            </a:r>
            <a:r>
              <a:rPr sz="1200" b="1" spc="-9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10" dirty="0">
                <a:solidFill>
                  <a:srgbClr val="231F20"/>
                </a:solidFill>
                <a:latin typeface="나눔바른고딕OTF"/>
                <a:cs typeface="나눔바른고딕OTF"/>
              </a:rPr>
              <a:t>/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65" dirty="0">
                <a:solidFill>
                  <a:srgbClr val="231F20"/>
                </a:solidFill>
                <a:latin typeface="나눔바른고딕OTF"/>
                <a:cs typeface="나눔바른고딕OTF"/>
              </a:rPr>
              <a:t>플레이어</a:t>
            </a:r>
            <a:r>
              <a:rPr sz="1200" b="1" spc="-9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빠른</a:t>
            </a:r>
            <a:r>
              <a:rPr sz="1200" b="1" spc="-9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5" dirty="0">
                <a:solidFill>
                  <a:srgbClr val="231F20"/>
                </a:solidFill>
                <a:latin typeface="나눔바른고딕OTF"/>
                <a:cs typeface="나눔바른고딕OTF"/>
              </a:rPr>
              <a:t>선택</a:t>
            </a:r>
            <a:endParaRPr sz="1200">
              <a:latin typeface="나눔바른고딕OTF"/>
              <a:cs typeface="나눔바른고딕OT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8106" y="4501805"/>
            <a:ext cx="73799" cy="737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202532" y="4876005"/>
            <a:ext cx="515937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콘텐츠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화면에서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‘플레이어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선택’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버튼을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누르면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플레이어를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쉽고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빠르게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변경할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800" spc="-10" dirty="0">
                <a:solidFill>
                  <a:srgbClr val="416D99"/>
                </a:solidFill>
                <a:latin typeface="나눔명조OTF"/>
                <a:cs typeface="나눔명조OTF"/>
              </a:rPr>
              <a:t>*단,</a:t>
            </a:r>
            <a:r>
              <a:rPr sz="800" spc="-30" dirty="0">
                <a:solidFill>
                  <a:srgbClr val="416D99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16D99"/>
                </a:solidFill>
                <a:latin typeface="나눔명조OTF"/>
                <a:cs typeface="나눔명조OTF"/>
              </a:rPr>
              <a:t>플레이어</a:t>
            </a:r>
            <a:r>
              <a:rPr sz="800" spc="-30" dirty="0">
                <a:solidFill>
                  <a:srgbClr val="416D99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16D99"/>
                </a:solidFill>
                <a:latin typeface="나눔명조OTF"/>
                <a:cs typeface="나눔명조OTF"/>
              </a:rPr>
              <a:t>자체</a:t>
            </a:r>
            <a:r>
              <a:rPr sz="800" spc="-30" dirty="0">
                <a:solidFill>
                  <a:srgbClr val="416D99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16D99"/>
                </a:solidFill>
                <a:latin typeface="나눔명조OTF"/>
                <a:cs typeface="나눔명조OTF"/>
              </a:rPr>
              <a:t>구성(인원</a:t>
            </a:r>
            <a:r>
              <a:rPr sz="800" spc="-30" dirty="0">
                <a:solidFill>
                  <a:srgbClr val="416D99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16D99"/>
                </a:solidFill>
                <a:latin typeface="나눔명조OTF"/>
                <a:cs typeface="나눔명조OTF"/>
              </a:rPr>
              <a:t>추가·삭제)이</a:t>
            </a:r>
            <a:r>
              <a:rPr sz="800" spc="-30" dirty="0">
                <a:solidFill>
                  <a:srgbClr val="416D99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16D99"/>
                </a:solidFill>
                <a:latin typeface="나눔명조OTF"/>
                <a:cs typeface="나눔명조OTF"/>
              </a:rPr>
              <a:t>필요한</a:t>
            </a:r>
            <a:r>
              <a:rPr sz="800" spc="-30" dirty="0">
                <a:solidFill>
                  <a:srgbClr val="416D99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16D99"/>
                </a:solidFill>
                <a:latin typeface="나눔명조OTF"/>
                <a:cs typeface="나눔명조OTF"/>
              </a:rPr>
              <a:t>경우에는</a:t>
            </a:r>
            <a:r>
              <a:rPr sz="800" spc="-30" dirty="0">
                <a:solidFill>
                  <a:srgbClr val="416D99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16D99"/>
                </a:solidFill>
                <a:latin typeface="나눔명조OTF"/>
                <a:cs typeface="나눔명조OTF"/>
              </a:rPr>
              <a:t>세부</a:t>
            </a:r>
            <a:r>
              <a:rPr sz="800" spc="-25" dirty="0">
                <a:solidFill>
                  <a:srgbClr val="416D99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16D99"/>
                </a:solidFill>
                <a:latin typeface="나눔명조OTF"/>
                <a:cs typeface="나눔명조OTF"/>
              </a:rPr>
              <a:t>설정</a:t>
            </a:r>
            <a:r>
              <a:rPr sz="800" spc="-30" dirty="0">
                <a:solidFill>
                  <a:srgbClr val="416D99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16D99"/>
                </a:solidFill>
                <a:latin typeface="나눔명조OTF"/>
                <a:cs typeface="나눔명조OTF"/>
              </a:rPr>
              <a:t>메뉴에서</a:t>
            </a:r>
            <a:r>
              <a:rPr sz="800" spc="-30" dirty="0">
                <a:solidFill>
                  <a:srgbClr val="416D99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16D99"/>
                </a:solidFill>
                <a:latin typeface="나눔명조OTF"/>
                <a:cs typeface="나눔명조OTF"/>
              </a:rPr>
              <a:t>변경해야</a:t>
            </a:r>
            <a:r>
              <a:rPr sz="800" spc="-30" dirty="0">
                <a:solidFill>
                  <a:srgbClr val="416D99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16D99"/>
                </a:solidFill>
                <a:latin typeface="나눔명조OTF"/>
                <a:cs typeface="나눔명조OTF"/>
              </a:rPr>
              <a:t>합니다.</a:t>
            </a:r>
            <a:endParaRPr sz="800">
              <a:latin typeface="나눔명조OTF"/>
              <a:cs typeface="나눔명조OT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232" y="5235186"/>
            <a:ext cx="2062818" cy="254423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60207" y="5235186"/>
            <a:ext cx="2062818" cy="254423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052481" y="5178037"/>
            <a:ext cx="20034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04.</a:t>
            </a:r>
            <a:r>
              <a:rPr sz="1000" b="1" spc="-3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신규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플레이어의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기본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정보를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6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입력하여</a:t>
            </a:r>
            <a:r>
              <a:rPr sz="10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등록할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있습니다.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05299" y="5411198"/>
            <a:ext cx="20320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01.</a:t>
            </a:r>
            <a:r>
              <a:rPr sz="1000" b="1" spc="-3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선택된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모든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플레이어를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초기화할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있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습니다.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52481" y="5669482"/>
            <a:ext cx="196786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05.</a:t>
            </a:r>
            <a:r>
              <a:rPr sz="1000" b="1" spc="-4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연속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등록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기능을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통해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여러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명을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한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번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에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추가할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있습니다.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605299" y="5902643"/>
            <a:ext cx="202438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02.</a:t>
            </a:r>
            <a:r>
              <a:rPr sz="1000" b="1" spc="-4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특정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플레이어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선택을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취소할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6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있습니</a:t>
            </a:r>
            <a:r>
              <a:rPr sz="10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605299" y="6394088"/>
            <a:ext cx="20320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03.</a:t>
            </a:r>
            <a:r>
              <a:rPr sz="1000" b="1" spc="-4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그룹을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선택해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해당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그룹의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플레이어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목</a:t>
            </a:r>
            <a:r>
              <a:rPr sz="10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록을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확인할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있습니다.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605299" y="6885533"/>
            <a:ext cx="2024380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3835">
              <a:lnSpc>
                <a:spcPct val="125000"/>
              </a:lnSpc>
              <a:spcBef>
                <a:spcPts val="100"/>
              </a:spcBef>
              <a:buClr>
                <a:srgbClr val="447AB2"/>
              </a:buClr>
              <a:buFont typeface=""/>
              <a:buAutoNum type="arabicPeriod" startAt="4"/>
              <a:tabLst>
                <a:tab pos="216535" algn="l"/>
              </a:tabLst>
            </a:pP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이름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검색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기능을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통해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원하는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6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플레이어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를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빠르게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찾을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있습니다.</a:t>
            </a:r>
            <a:endParaRPr sz="1000">
              <a:latin typeface="나눔바른고딕OTF Light"/>
              <a:cs typeface="나눔바른고딕OTF Light"/>
            </a:endParaRPr>
          </a:p>
          <a:p>
            <a:pPr marL="12700" marR="17780" indent="203835">
              <a:lnSpc>
                <a:spcPct val="125000"/>
              </a:lnSpc>
              <a:spcBef>
                <a:spcPts val="870"/>
              </a:spcBef>
              <a:buClr>
                <a:srgbClr val="447AB2"/>
              </a:buClr>
              <a:buFont typeface=""/>
              <a:buAutoNum type="arabicPeriod" startAt="4"/>
              <a:tabLst>
                <a:tab pos="216535" algn="l"/>
              </a:tabLst>
            </a:pPr>
            <a:r>
              <a:rPr sz="1000" b="0" spc="-5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리스트에서</a:t>
            </a:r>
            <a:r>
              <a:rPr sz="1000" b="0" spc="-1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원하는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인원을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클릭하여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운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동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참여자로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추가할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있습니다.</a:t>
            </a:r>
            <a:endParaRPr sz="1000">
              <a:latin typeface="나눔바른고딕OTF Light"/>
              <a:cs typeface="나눔바른고딕OTF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447AB2"/>
              </a:buClr>
              <a:buFont typeface=""/>
              <a:buAutoNum type="arabicPeriod" startAt="4"/>
            </a:pPr>
            <a:endParaRPr sz="1000">
              <a:latin typeface="나눔바른고딕OTF Light"/>
              <a:cs typeface="나눔바른고딕OTF Light"/>
            </a:endParaRPr>
          </a:p>
          <a:p>
            <a:pPr marL="216535" indent="-203835">
              <a:lnSpc>
                <a:spcPct val="100000"/>
              </a:lnSpc>
              <a:buClr>
                <a:srgbClr val="447AB2"/>
              </a:buClr>
              <a:buFont typeface=""/>
              <a:buAutoNum type="arabicPeriod" startAt="4"/>
              <a:tabLst>
                <a:tab pos="216535" algn="l"/>
              </a:tabLst>
            </a:pPr>
            <a:r>
              <a:rPr sz="10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플레이어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선택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창을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닫을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있습니다.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02532" y="3596255"/>
            <a:ext cx="14846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08.</a:t>
            </a:r>
            <a:r>
              <a:rPr sz="1000" b="1" spc="-4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그룹을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추가할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있습니다.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07506" y="3596255"/>
            <a:ext cx="18224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09.</a:t>
            </a:r>
            <a:r>
              <a:rPr sz="1000" b="1" spc="-4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새로운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그룹을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생성할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있습니다.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612482" y="3558155"/>
            <a:ext cx="20034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10.</a:t>
            </a:r>
            <a:r>
              <a:rPr sz="1000" b="1" spc="-3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생성된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그룹의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이름을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수정하거나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삭제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할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있습니다.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15236" y="1432814"/>
            <a:ext cx="2062813" cy="207211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20210" y="1432814"/>
            <a:ext cx="2062814" cy="207211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25184" y="1432814"/>
            <a:ext cx="2062816" cy="207211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232" y="8110550"/>
            <a:ext cx="2062818" cy="172010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60206" y="8110550"/>
            <a:ext cx="2062818" cy="172112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5162313" y="8053396"/>
            <a:ext cx="2011045" cy="89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06.</a:t>
            </a:r>
            <a:r>
              <a:rPr sz="1000" b="1" spc="-3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플레이어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선택시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그룹을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이동하거나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삭</a:t>
            </a:r>
            <a:r>
              <a:rPr sz="10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제할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있습니다.</a:t>
            </a:r>
            <a:endParaRPr sz="1000">
              <a:latin typeface="나눔바른고딕OTF Light"/>
              <a:cs typeface="나눔바른고딕OTF Light"/>
            </a:endParaRPr>
          </a:p>
          <a:p>
            <a:pPr marL="12700" marR="68580">
              <a:lnSpc>
                <a:spcPct val="125000"/>
              </a:lnSpc>
              <a:spcBef>
                <a:spcPts val="87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07.</a:t>
            </a:r>
            <a:r>
              <a:rPr sz="1000" b="1" spc="-4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해당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플레이어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정보를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수정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삭제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할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있습니다.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55232" y="2559608"/>
            <a:ext cx="2062818" cy="184636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860206" y="2559608"/>
            <a:ext cx="2062818" cy="1846364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642532" y="4493510"/>
            <a:ext cx="16960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01.</a:t>
            </a:r>
            <a:r>
              <a:rPr sz="1000" b="1" spc="-3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5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플레이어를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추가할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있습니다.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47506" y="4455410"/>
            <a:ext cx="20320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02.</a:t>
            </a:r>
            <a:r>
              <a:rPr sz="1000" b="1" spc="-3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5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플레이어를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추가할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그룹을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선택할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있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습니다.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52481" y="4455410"/>
            <a:ext cx="207391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47AB2"/>
                </a:solidFill>
                <a:latin typeface="나눔바른고딕OTF"/>
                <a:cs typeface="나눔바른고딕OTF"/>
              </a:rPr>
              <a:t>03.</a:t>
            </a:r>
            <a:r>
              <a:rPr sz="1000" b="1" spc="-40" dirty="0">
                <a:solidFill>
                  <a:srgbClr val="447AB2"/>
                </a:solidFill>
                <a:latin typeface="나눔바른고딕OTF"/>
                <a:cs typeface="나눔바른고딕OTF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해당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플레이어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정보를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수정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삭제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할</a:t>
            </a:r>
            <a:r>
              <a:rPr sz="1000" b="0" spc="-1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</a:t>
            </a:r>
            <a:r>
              <a:rPr sz="1000" b="0" spc="-114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있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습니다.</a:t>
            </a:r>
            <a:endParaRPr sz="1000">
              <a:latin typeface="나눔바른고딕OTF Light"/>
              <a:cs typeface="나눔바른고딕OTF Light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65182" y="2559608"/>
            <a:ext cx="2062818" cy="1846364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215232" y="5468347"/>
            <a:ext cx="2062768" cy="4363327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10416616" y="5492723"/>
            <a:ext cx="2063114" cy="4338955"/>
            <a:chOff x="10416616" y="5492723"/>
            <a:chExt cx="2063114" cy="4338955"/>
          </a:xfrm>
        </p:grpSpPr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416616" y="5492723"/>
              <a:ext cx="2062768" cy="433895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997004" y="5497197"/>
              <a:ext cx="129590" cy="12960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530804" y="9317522"/>
              <a:ext cx="129590" cy="129603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2004676" y="5502074"/>
            <a:ext cx="1143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25" dirty="0">
                <a:solidFill>
                  <a:srgbClr val="FFFFFF"/>
                </a:solidFill>
                <a:latin typeface="나눔바른고딕OTF"/>
                <a:cs typeface="나눔바른고딕OTF"/>
              </a:rPr>
              <a:t>01</a:t>
            </a:r>
            <a:endParaRPr sz="600">
              <a:latin typeface="나눔바른고딕OTF"/>
              <a:cs typeface="나눔바른고딕OTF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538475" y="9322396"/>
            <a:ext cx="1143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25" dirty="0">
                <a:solidFill>
                  <a:srgbClr val="FFFFFF"/>
                </a:solidFill>
                <a:latin typeface="나눔바른고딕OTF"/>
                <a:cs typeface="나눔바른고딕OTF"/>
              </a:rPr>
              <a:t>06</a:t>
            </a:r>
            <a:endParaRPr sz="600">
              <a:latin typeface="나눔바른고딕OTF"/>
              <a:cs typeface="나눔바른고딕OTF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0431365" y="5672164"/>
            <a:ext cx="2030730" cy="1173480"/>
            <a:chOff x="10431365" y="5672164"/>
            <a:chExt cx="2030730" cy="1173480"/>
          </a:xfrm>
        </p:grpSpPr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431365" y="6418803"/>
              <a:ext cx="129590" cy="12960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496164" y="6121805"/>
              <a:ext cx="129590" cy="12960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332163" y="5672164"/>
              <a:ext cx="129590" cy="12960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496164" y="6715803"/>
              <a:ext cx="129590" cy="129603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0439035" y="6423678"/>
            <a:ext cx="1143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25" dirty="0">
                <a:solidFill>
                  <a:srgbClr val="FFFFFF"/>
                </a:solidFill>
                <a:latin typeface="나눔바른고딕OTF"/>
                <a:cs typeface="나눔바른고딕OTF"/>
              </a:rPr>
              <a:t>04</a:t>
            </a:r>
            <a:endParaRPr sz="600">
              <a:latin typeface="나눔바른고딕OTF"/>
              <a:cs typeface="나눔바른고딕OTF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35299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18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482795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19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64699" y="10252781"/>
            <a:ext cx="122745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3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03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사용법숙지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3142379" y="10252781"/>
            <a:ext cx="122237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사용법숙지</a:t>
            </a: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9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9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2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03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503836" y="6126676"/>
            <a:ext cx="1143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25" dirty="0">
                <a:solidFill>
                  <a:srgbClr val="FFFFFF"/>
                </a:solidFill>
                <a:latin typeface="나눔바른고딕OTF"/>
                <a:cs typeface="나눔바른고딕OTF"/>
              </a:rPr>
              <a:t>03</a:t>
            </a:r>
            <a:endParaRPr sz="600">
              <a:latin typeface="나눔바른고딕OTF"/>
              <a:cs typeface="나눔바른고딕OTF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2339835" y="5677037"/>
            <a:ext cx="1143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25" dirty="0">
                <a:solidFill>
                  <a:srgbClr val="FFFFFF"/>
                </a:solidFill>
                <a:latin typeface="나눔바른고딕OTF"/>
                <a:cs typeface="나눔바른고딕OTF"/>
              </a:rPr>
              <a:t>02</a:t>
            </a:r>
            <a:endParaRPr sz="600">
              <a:latin typeface="나눔바른고딕OTF"/>
              <a:cs typeface="나눔바른고딕OTF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503836" y="6720678"/>
            <a:ext cx="1143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25" dirty="0">
                <a:solidFill>
                  <a:srgbClr val="FFFFFF"/>
                </a:solidFill>
                <a:latin typeface="나눔바른고딕OTF"/>
                <a:cs typeface="나눔바른고딕OTF"/>
              </a:rPr>
              <a:t>05</a:t>
            </a:r>
            <a:endParaRPr sz="600">
              <a:latin typeface="나눔바른고딕OTF"/>
              <a:cs typeface="나눔바른고딕OT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8003" y="1890461"/>
            <a:ext cx="6480175" cy="1087120"/>
          </a:xfrm>
          <a:custGeom>
            <a:avLst/>
            <a:gdLst/>
            <a:ahLst/>
            <a:cxnLst/>
            <a:rect l="l" t="t" r="r" b="b"/>
            <a:pathLst>
              <a:path w="6480175" h="1087120">
                <a:moveTo>
                  <a:pt x="6408000" y="0"/>
                </a:moveTo>
                <a:lnTo>
                  <a:pt x="71996" y="0"/>
                </a:lnTo>
                <a:lnTo>
                  <a:pt x="43971" y="5657"/>
                </a:lnTo>
                <a:lnTo>
                  <a:pt x="21086" y="21086"/>
                </a:lnTo>
                <a:lnTo>
                  <a:pt x="5657" y="43971"/>
                </a:lnTo>
                <a:lnTo>
                  <a:pt x="0" y="71996"/>
                </a:lnTo>
                <a:lnTo>
                  <a:pt x="0" y="1014742"/>
                </a:lnTo>
                <a:lnTo>
                  <a:pt x="5657" y="1042767"/>
                </a:lnTo>
                <a:lnTo>
                  <a:pt x="21086" y="1065652"/>
                </a:lnTo>
                <a:lnTo>
                  <a:pt x="43971" y="1081081"/>
                </a:lnTo>
                <a:lnTo>
                  <a:pt x="71996" y="1086739"/>
                </a:lnTo>
                <a:lnTo>
                  <a:pt x="6408000" y="1086739"/>
                </a:lnTo>
                <a:lnTo>
                  <a:pt x="6436025" y="1081081"/>
                </a:lnTo>
                <a:lnTo>
                  <a:pt x="6458910" y="1065652"/>
                </a:lnTo>
                <a:lnTo>
                  <a:pt x="6474339" y="1042767"/>
                </a:lnTo>
                <a:lnTo>
                  <a:pt x="6479997" y="1014742"/>
                </a:lnTo>
                <a:lnTo>
                  <a:pt x="6479997" y="71996"/>
                </a:lnTo>
                <a:lnTo>
                  <a:pt x="6474339" y="43971"/>
                </a:lnTo>
                <a:lnTo>
                  <a:pt x="6458910" y="21086"/>
                </a:lnTo>
                <a:lnTo>
                  <a:pt x="6436025" y="5657"/>
                </a:lnTo>
                <a:lnTo>
                  <a:pt x="6408000" y="0"/>
                </a:lnTo>
                <a:close/>
              </a:path>
            </a:pathLst>
          </a:custGeom>
          <a:solidFill>
            <a:srgbClr val="F4F6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08002" y="1432805"/>
            <a:ext cx="6480175" cy="1368425"/>
          </a:xfrm>
          <a:custGeom>
            <a:avLst/>
            <a:gdLst/>
            <a:ahLst/>
            <a:cxnLst/>
            <a:rect l="l" t="t" r="r" b="b"/>
            <a:pathLst>
              <a:path w="6480175" h="1368425">
                <a:moveTo>
                  <a:pt x="6408000" y="0"/>
                </a:moveTo>
                <a:lnTo>
                  <a:pt x="71996" y="0"/>
                </a:lnTo>
                <a:lnTo>
                  <a:pt x="43971" y="5657"/>
                </a:lnTo>
                <a:lnTo>
                  <a:pt x="21086" y="21086"/>
                </a:lnTo>
                <a:lnTo>
                  <a:pt x="5657" y="43971"/>
                </a:lnTo>
                <a:lnTo>
                  <a:pt x="0" y="71996"/>
                </a:lnTo>
                <a:lnTo>
                  <a:pt x="0" y="1295996"/>
                </a:lnTo>
                <a:lnTo>
                  <a:pt x="5657" y="1324023"/>
                </a:lnTo>
                <a:lnTo>
                  <a:pt x="21086" y="1346912"/>
                </a:lnTo>
                <a:lnTo>
                  <a:pt x="43971" y="1362346"/>
                </a:lnTo>
                <a:lnTo>
                  <a:pt x="71996" y="1368005"/>
                </a:lnTo>
                <a:lnTo>
                  <a:pt x="6408000" y="1368005"/>
                </a:lnTo>
                <a:lnTo>
                  <a:pt x="6436025" y="1362346"/>
                </a:lnTo>
                <a:lnTo>
                  <a:pt x="6458910" y="1346912"/>
                </a:lnTo>
                <a:lnTo>
                  <a:pt x="6474339" y="1324023"/>
                </a:lnTo>
                <a:lnTo>
                  <a:pt x="6479997" y="1295996"/>
                </a:lnTo>
                <a:lnTo>
                  <a:pt x="6479997" y="71996"/>
                </a:lnTo>
                <a:lnTo>
                  <a:pt x="6474339" y="43971"/>
                </a:lnTo>
                <a:lnTo>
                  <a:pt x="6458910" y="21086"/>
                </a:lnTo>
                <a:lnTo>
                  <a:pt x="6436025" y="5657"/>
                </a:lnTo>
                <a:lnTo>
                  <a:pt x="6408000" y="0"/>
                </a:lnTo>
                <a:close/>
              </a:path>
            </a:pathLst>
          </a:custGeom>
          <a:solidFill>
            <a:srgbClr val="F4F6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7992" y="3022002"/>
            <a:ext cx="6480175" cy="5356860"/>
          </a:xfrm>
          <a:custGeom>
            <a:avLst/>
            <a:gdLst/>
            <a:ahLst/>
            <a:cxnLst/>
            <a:rect l="l" t="t" r="r" b="b"/>
            <a:pathLst>
              <a:path w="6480175" h="5356859">
                <a:moveTo>
                  <a:pt x="6479997" y="3021711"/>
                </a:moveTo>
                <a:lnTo>
                  <a:pt x="6474346" y="2993682"/>
                </a:lnTo>
                <a:lnTo>
                  <a:pt x="6458915" y="2970796"/>
                </a:lnTo>
                <a:lnTo>
                  <a:pt x="6436030" y="2955366"/>
                </a:lnTo>
                <a:lnTo>
                  <a:pt x="6408001" y="2949714"/>
                </a:lnTo>
                <a:lnTo>
                  <a:pt x="71996" y="2949714"/>
                </a:lnTo>
                <a:lnTo>
                  <a:pt x="43980" y="2955366"/>
                </a:lnTo>
                <a:lnTo>
                  <a:pt x="21094" y="2970796"/>
                </a:lnTo>
                <a:lnTo>
                  <a:pt x="5664" y="2993682"/>
                </a:lnTo>
                <a:lnTo>
                  <a:pt x="0" y="3021711"/>
                </a:lnTo>
                <a:lnTo>
                  <a:pt x="0" y="5284521"/>
                </a:lnTo>
                <a:lnTo>
                  <a:pt x="5664" y="5312537"/>
                </a:lnTo>
                <a:lnTo>
                  <a:pt x="21094" y="5335422"/>
                </a:lnTo>
                <a:lnTo>
                  <a:pt x="43980" y="5350853"/>
                </a:lnTo>
                <a:lnTo>
                  <a:pt x="71996" y="5356517"/>
                </a:lnTo>
                <a:lnTo>
                  <a:pt x="6408001" y="5356517"/>
                </a:lnTo>
                <a:lnTo>
                  <a:pt x="6436030" y="5350853"/>
                </a:lnTo>
                <a:lnTo>
                  <a:pt x="6458915" y="5335422"/>
                </a:lnTo>
                <a:lnTo>
                  <a:pt x="6474346" y="5312537"/>
                </a:lnTo>
                <a:lnTo>
                  <a:pt x="6479997" y="5284521"/>
                </a:lnTo>
                <a:lnTo>
                  <a:pt x="6479997" y="3021711"/>
                </a:lnTo>
                <a:close/>
              </a:path>
              <a:path w="6480175" h="5356859">
                <a:moveTo>
                  <a:pt x="6479997" y="2415806"/>
                </a:moveTo>
                <a:lnTo>
                  <a:pt x="6474346" y="2387777"/>
                </a:lnTo>
                <a:lnTo>
                  <a:pt x="6458915" y="2364892"/>
                </a:lnTo>
                <a:lnTo>
                  <a:pt x="6436030" y="2349462"/>
                </a:lnTo>
                <a:lnTo>
                  <a:pt x="6408001" y="2343810"/>
                </a:lnTo>
                <a:lnTo>
                  <a:pt x="71996" y="2343810"/>
                </a:lnTo>
                <a:lnTo>
                  <a:pt x="43980" y="2349462"/>
                </a:lnTo>
                <a:lnTo>
                  <a:pt x="21094" y="2364892"/>
                </a:lnTo>
                <a:lnTo>
                  <a:pt x="5664" y="2387777"/>
                </a:lnTo>
                <a:lnTo>
                  <a:pt x="0" y="2415806"/>
                </a:lnTo>
                <a:lnTo>
                  <a:pt x="0" y="2839021"/>
                </a:lnTo>
                <a:lnTo>
                  <a:pt x="5664" y="2867037"/>
                </a:lnTo>
                <a:lnTo>
                  <a:pt x="21094" y="2889923"/>
                </a:lnTo>
                <a:lnTo>
                  <a:pt x="43980" y="2905353"/>
                </a:lnTo>
                <a:lnTo>
                  <a:pt x="71996" y="2911017"/>
                </a:lnTo>
                <a:lnTo>
                  <a:pt x="6408001" y="2911017"/>
                </a:lnTo>
                <a:lnTo>
                  <a:pt x="6436030" y="2905353"/>
                </a:lnTo>
                <a:lnTo>
                  <a:pt x="6458915" y="2889923"/>
                </a:lnTo>
                <a:lnTo>
                  <a:pt x="6474346" y="2867037"/>
                </a:lnTo>
                <a:lnTo>
                  <a:pt x="6479997" y="2839021"/>
                </a:lnTo>
                <a:lnTo>
                  <a:pt x="6479997" y="2415806"/>
                </a:lnTo>
                <a:close/>
              </a:path>
              <a:path w="6480175" h="5356859">
                <a:moveTo>
                  <a:pt x="6479997" y="1711096"/>
                </a:moveTo>
                <a:lnTo>
                  <a:pt x="6474346" y="1683080"/>
                </a:lnTo>
                <a:lnTo>
                  <a:pt x="6458915" y="1660194"/>
                </a:lnTo>
                <a:lnTo>
                  <a:pt x="6436030" y="1644764"/>
                </a:lnTo>
                <a:lnTo>
                  <a:pt x="6408001" y="1639100"/>
                </a:lnTo>
                <a:lnTo>
                  <a:pt x="71996" y="1639100"/>
                </a:lnTo>
                <a:lnTo>
                  <a:pt x="43980" y="1644764"/>
                </a:lnTo>
                <a:lnTo>
                  <a:pt x="21094" y="1660194"/>
                </a:lnTo>
                <a:lnTo>
                  <a:pt x="5664" y="1683080"/>
                </a:lnTo>
                <a:lnTo>
                  <a:pt x="0" y="1711096"/>
                </a:lnTo>
                <a:lnTo>
                  <a:pt x="0" y="2233104"/>
                </a:lnTo>
                <a:lnTo>
                  <a:pt x="5664" y="2261133"/>
                </a:lnTo>
                <a:lnTo>
                  <a:pt x="21094" y="2284018"/>
                </a:lnTo>
                <a:lnTo>
                  <a:pt x="43980" y="2299462"/>
                </a:lnTo>
                <a:lnTo>
                  <a:pt x="71996" y="2305113"/>
                </a:lnTo>
                <a:lnTo>
                  <a:pt x="6408001" y="2305113"/>
                </a:lnTo>
                <a:lnTo>
                  <a:pt x="6436030" y="2299462"/>
                </a:lnTo>
                <a:lnTo>
                  <a:pt x="6458915" y="2284018"/>
                </a:lnTo>
                <a:lnTo>
                  <a:pt x="6474346" y="2261133"/>
                </a:lnTo>
                <a:lnTo>
                  <a:pt x="6479997" y="2233104"/>
                </a:lnTo>
                <a:lnTo>
                  <a:pt x="6479997" y="1711096"/>
                </a:lnTo>
                <a:close/>
              </a:path>
              <a:path w="6480175" h="5356859">
                <a:moveTo>
                  <a:pt x="6479997" y="71996"/>
                </a:moveTo>
                <a:lnTo>
                  <a:pt x="6474346" y="43980"/>
                </a:lnTo>
                <a:lnTo>
                  <a:pt x="6458915" y="21094"/>
                </a:lnTo>
                <a:lnTo>
                  <a:pt x="6436030" y="5664"/>
                </a:lnTo>
                <a:lnTo>
                  <a:pt x="6408001" y="0"/>
                </a:lnTo>
                <a:lnTo>
                  <a:pt x="71996" y="0"/>
                </a:lnTo>
                <a:lnTo>
                  <a:pt x="43980" y="5664"/>
                </a:lnTo>
                <a:lnTo>
                  <a:pt x="21094" y="21094"/>
                </a:lnTo>
                <a:lnTo>
                  <a:pt x="5664" y="43980"/>
                </a:lnTo>
                <a:lnTo>
                  <a:pt x="0" y="71996"/>
                </a:lnTo>
                <a:lnTo>
                  <a:pt x="0" y="1528406"/>
                </a:lnTo>
                <a:lnTo>
                  <a:pt x="5664" y="1556435"/>
                </a:lnTo>
                <a:lnTo>
                  <a:pt x="21094" y="1579321"/>
                </a:lnTo>
                <a:lnTo>
                  <a:pt x="43980" y="1594751"/>
                </a:lnTo>
                <a:lnTo>
                  <a:pt x="71996" y="1600403"/>
                </a:lnTo>
                <a:lnTo>
                  <a:pt x="6408001" y="1600403"/>
                </a:lnTo>
                <a:lnTo>
                  <a:pt x="6436030" y="1594751"/>
                </a:lnTo>
                <a:lnTo>
                  <a:pt x="6458915" y="1579321"/>
                </a:lnTo>
                <a:lnTo>
                  <a:pt x="6474346" y="1556435"/>
                </a:lnTo>
                <a:lnTo>
                  <a:pt x="6479997" y="1528406"/>
                </a:lnTo>
                <a:lnTo>
                  <a:pt x="6479997" y="71996"/>
                </a:lnTo>
                <a:close/>
              </a:path>
            </a:pathLst>
          </a:custGeom>
          <a:solidFill>
            <a:srgbClr val="F4F6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208002" y="2865605"/>
            <a:ext cx="6480175" cy="864235"/>
          </a:xfrm>
          <a:custGeom>
            <a:avLst/>
            <a:gdLst/>
            <a:ahLst/>
            <a:cxnLst/>
            <a:rect l="l" t="t" r="r" b="b"/>
            <a:pathLst>
              <a:path w="6480175" h="864235">
                <a:moveTo>
                  <a:pt x="6408000" y="0"/>
                </a:moveTo>
                <a:lnTo>
                  <a:pt x="71996" y="0"/>
                </a:lnTo>
                <a:lnTo>
                  <a:pt x="43971" y="5657"/>
                </a:lnTo>
                <a:lnTo>
                  <a:pt x="21086" y="21086"/>
                </a:lnTo>
                <a:lnTo>
                  <a:pt x="5657" y="43971"/>
                </a:lnTo>
                <a:lnTo>
                  <a:pt x="0" y="71996"/>
                </a:lnTo>
                <a:lnTo>
                  <a:pt x="0" y="791997"/>
                </a:lnTo>
                <a:lnTo>
                  <a:pt x="5657" y="820022"/>
                </a:lnTo>
                <a:lnTo>
                  <a:pt x="21086" y="842906"/>
                </a:lnTo>
                <a:lnTo>
                  <a:pt x="43971" y="858336"/>
                </a:lnTo>
                <a:lnTo>
                  <a:pt x="71996" y="863993"/>
                </a:lnTo>
                <a:lnTo>
                  <a:pt x="6408000" y="863993"/>
                </a:lnTo>
                <a:lnTo>
                  <a:pt x="6436025" y="858336"/>
                </a:lnTo>
                <a:lnTo>
                  <a:pt x="6458910" y="842906"/>
                </a:lnTo>
                <a:lnTo>
                  <a:pt x="6474339" y="820022"/>
                </a:lnTo>
                <a:lnTo>
                  <a:pt x="6479997" y="791997"/>
                </a:lnTo>
                <a:lnTo>
                  <a:pt x="6479997" y="71996"/>
                </a:lnTo>
                <a:lnTo>
                  <a:pt x="6474339" y="43971"/>
                </a:lnTo>
                <a:lnTo>
                  <a:pt x="6458910" y="21086"/>
                </a:lnTo>
                <a:lnTo>
                  <a:pt x="6436025" y="5657"/>
                </a:lnTo>
                <a:lnTo>
                  <a:pt x="6408000" y="0"/>
                </a:lnTo>
                <a:close/>
              </a:path>
            </a:pathLst>
          </a:custGeom>
          <a:solidFill>
            <a:srgbClr val="F4F6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7189" y="2342229"/>
            <a:ext cx="4946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수업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준비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00143" y="2024729"/>
            <a:ext cx="4686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활동진행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1817" y="5499638"/>
            <a:ext cx="6051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진행전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단계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94808" y="3205530"/>
            <a:ext cx="4756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장애</a:t>
            </a:r>
            <a:r>
              <a:rPr sz="1000" b="0" spc="-1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대응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0186" y="2215229"/>
            <a:ext cx="813435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프로그램</a:t>
            </a:r>
            <a:r>
              <a:rPr sz="1000" b="0" spc="10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선택</a:t>
            </a:r>
            <a:endParaRPr sz="1000">
              <a:latin typeface="나눔바른고딕OTF Light"/>
              <a:cs typeface="나눔바른고딕OTF Ligh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</a:t>
            </a:r>
            <a:r>
              <a:rPr sz="10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메인</a:t>
            </a:r>
            <a:r>
              <a:rPr sz="10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프로그램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58990" y="1618329"/>
            <a:ext cx="104965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algn="ctr">
              <a:lnSpc>
                <a:spcPct val="100000"/>
              </a:lnSpc>
              <a:spcBef>
                <a:spcPts val="1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전체</a:t>
            </a:r>
            <a:r>
              <a:rPr sz="1000" b="0" spc="-8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참가자가</a:t>
            </a:r>
            <a:r>
              <a:rPr sz="1000" b="0" spc="-8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운동</a:t>
            </a:r>
            <a:r>
              <a:rPr sz="10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종료시까지</a:t>
            </a:r>
            <a:r>
              <a:rPr sz="1000" b="0" spc="-6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반복</a:t>
            </a:r>
            <a:r>
              <a:rPr sz="1000" b="0" spc="-6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수행</a:t>
            </a:r>
            <a:endParaRPr sz="1000">
              <a:latin typeface="나눔바른고딕OTF Light"/>
              <a:cs typeface="나눔바른고딕OTF Light"/>
            </a:endParaRPr>
          </a:p>
          <a:p>
            <a:pPr marL="22860" marR="6350" algn="ctr">
              <a:lnSpc>
                <a:spcPct val="100000"/>
              </a:lnSpc>
              <a:spcBef>
                <a:spcPts val="8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-시작버튼을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눌러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5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운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동을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진행함</a:t>
            </a:r>
            <a:endParaRPr sz="1000">
              <a:latin typeface="나눔바른고딕OTF Light"/>
              <a:cs typeface="나눔바른고딕OTF Ligh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결과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통보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68890" y="5499638"/>
            <a:ext cx="7162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945" marR="5080" indent="-55880">
              <a:lnSpc>
                <a:spcPct val="100000"/>
              </a:lnSpc>
              <a:spcBef>
                <a:spcPts val="1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운동기구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배치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위치를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표기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05192" y="3002330"/>
            <a:ext cx="963294" cy="58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프로그램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이상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종료</a:t>
            </a:r>
            <a:endParaRPr sz="1000">
              <a:latin typeface="나눔바른고딕OTF Light"/>
              <a:cs typeface="나눔바른고딕OTF Light"/>
            </a:endParaRPr>
          </a:p>
          <a:p>
            <a:pPr marL="12700" marR="5080" algn="ctr">
              <a:lnSpc>
                <a:spcPct val="100000"/>
              </a:lnSpc>
              <a:spcBef>
                <a:spcPts val="8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운동기구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불빛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동작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이상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작동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33140" y="4751856"/>
            <a:ext cx="787400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준비물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준비</a:t>
            </a:r>
            <a:endParaRPr sz="1000">
              <a:latin typeface="나눔바른고딕OTF Light"/>
              <a:cs typeface="나눔바른고딕OTF Light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-운동기구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충전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9442" y="3175805"/>
            <a:ext cx="1035050" cy="83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프로그램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숙지</a:t>
            </a:r>
            <a:endParaRPr sz="1000">
              <a:latin typeface="나눔바른고딕OTF Light"/>
              <a:cs typeface="나눔바른고딕OTF Light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-프로그램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영상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확인</a:t>
            </a:r>
            <a:endParaRPr sz="1000">
              <a:latin typeface="나눔바른고딕OTF Light"/>
              <a:cs typeface="나눔바른고딕OTF Light"/>
            </a:endParaRPr>
          </a:p>
          <a:p>
            <a:pPr marL="25400" marR="17780" algn="ctr">
              <a:lnSpc>
                <a:spcPct val="100000"/>
              </a:lnSpc>
              <a:spcBef>
                <a:spcPts val="8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-프로그램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실행하여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테스트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진행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9442" y="4141005"/>
            <a:ext cx="10350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820" marR="5080" indent="-325755">
              <a:lnSpc>
                <a:spcPct val="100000"/>
              </a:lnSpc>
              <a:spcBef>
                <a:spcPts val="100"/>
              </a:spcBef>
            </a:pP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설정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값을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변경해야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할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경우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11664" y="6166659"/>
            <a:ext cx="1031240" cy="55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marR="93980" algn="ctr">
              <a:lnSpc>
                <a:spcPct val="100000"/>
              </a:lnSpc>
              <a:spcBef>
                <a:spcPts val="100"/>
              </a:spcBef>
            </a:pP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앱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실행하기</a:t>
            </a:r>
            <a:r>
              <a:rPr sz="10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위한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사전작업</a:t>
            </a:r>
            <a:endParaRPr sz="1000">
              <a:latin typeface="나눔바른고딕OTF Light"/>
              <a:cs typeface="나눔바른고딕OTF Light"/>
            </a:endParaRPr>
          </a:p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-운동기구</a:t>
            </a:r>
            <a:r>
              <a:rPr sz="8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전체</a:t>
            </a:r>
            <a:r>
              <a:rPr sz="8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리셋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작업</a:t>
            </a:r>
            <a:endParaRPr sz="800">
              <a:latin typeface="나눔바른고딕OTF Light"/>
              <a:cs typeface="나눔바른고딕OTF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22027" y="6800388"/>
            <a:ext cx="10102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830" marR="5080" indent="-151130">
              <a:lnSpc>
                <a:spcPct val="125000"/>
              </a:lnSpc>
              <a:spcBef>
                <a:spcPts val="100"/>
              </a:spcBef>
            </a:pP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-프로그램</a:t>
            </a:r>
            <a:r>
              <a:rPr sz="8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동작에</a:t>
            </a:r>
            <a:r>
              <a:rPr sz="8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필요한</a:t>
            </a:r>
            <a:r>
              <a:rPr sz="8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개수</a:t>
            </a:r>
            <a:r>
              <a:rPr sz="800" b="0" spc="-4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만큼</a:t>
            </a:r>
            <a:r>
              <a:rPr sz="8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</a:t>
            </a:r>
            <a:r>
              <a:rPr sz="8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연결</a:t>
            </a:r>
            <a:endParaRPr sz="800">
              <a:latin typeface="나눔바른고딕OTF Light"/>
              <a:cs typeface="나눔바른고딕OTF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22027" y="7237269"/>
            <a:ext cx="101028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-프로그램</a:t>
            </a:r>
            <a:r>
              <a:rPr sz="8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화면을</a:t>
            </a:r>
            <a:r>
              <a:rPr sz="8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불러옴</a:t>
            </a:r>
            <a:endParaRPr sz="800">
              <a:latin typeface="나눔바른고딕OTF Light"/>
              <a:cs typeface="나눔바른고딕OTF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22027" y="7460788"/>
            <a:ext cx="10102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" marR="5080" indent="-107314">
              <a:lnSpc>
                <a:spcPct val="125000"/>
              </a:lnSpc>
              <a:spcBef>
                <a:spcPts val="100"/>
              </a:spcBef>
            </a:pP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-프로그램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화면에서</a:t>
            </a:r>
            <a:r>
              <a:rPr sz="800" b="0" spc="-1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탭순</a:t>
            </a:r>
            <a:r>
              <a:rPr sz="8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서</a:t>
            </a:r>
            <a:r>
              <a:rPr sz="8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버튼을</a:t>
            </a:r>
            <a:r>
              <a:rPr sz="8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눌러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확인</a:t>
            </a:r>
            <a:endParaRPr sz="800">
              <a:latin typeface="나눔바른고딕OTF Light"/>
              <a:cs typeface="나눔바른고딕OTF 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11664" y="7867188"/>
            <a:ext cx="10312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2085">
              <a:lnSpc>
                <a:spcPct val="125000"/>
              </a:lnSpc>
              <a:spcBef>
                <a:spcPts val="100"/>
              </a:spcBef>
            </a:pP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-탭순서에</a:t>
            </a:r>
            <a:r>
              <a:rPr sz="8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맞게</a:t>
            </a:r>
            <a:r>
              <a:rPr sz="800" b="0" spc="-3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탭을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표기</a:t>
            </a:r>
            <a:r>
              <a:rPr sz="800" b="0" spc="50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한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8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위치에</a:t>
            </a:r>
            <a:r>
              <a:rPr sz="8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배치함</a:t>
            </a:r>
            <a:endParaRPr sz="800">
              <a:latin typeface="나눔바른고딕OTF Light"/>
              <a:cs typeface="나눔바른고딕OTF Ligh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52035" y="2342229"/>
            <a:ext cx="9499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왕복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달리기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터치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212034" y="2024729"/>
            <a:ext cx="9499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왕복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달리기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터치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52035" y="5557333"/>
            <a:ext cx="9499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왕복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달리기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터치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52035" y="4902029"/>
            <a:ext cx="9499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왕복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달리기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터치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52035" y="3794377"/>
            <a:ext cx="9499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왕복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달리기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터치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52035" y="7083034"/>
            <a:ext cx="9499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0" spc="-1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왕복</a:t>
            </a:r>
            <a:r>
              <a:rPr sz="1000" b="0" spc="-4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달리기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-</a:t>
            </a:r>
            <a:r>
              <a:rPr sz="1000" b="0" spc="-3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 </a:t>
            </a:r>
            <a:r>
              <a:rPr sz="1000" b="0" spc="-25" dirty="0">
                <a:solidFill>
                  <a:srgbClr val="050000"/>
                </a:solidFill>
                <a:latin typeface="나눔바른고딕OTF Light"/>
                <a:cs typeface="나눔바른고딕OTF Light"/>
              </a:rPr>
              <a:t>터치</a:t>
            </a:r>
            <a:endParaRPr sz="1000">
              <a:latin typeface="나눔바른고딕OTF Light"/>
              <a:cs typeface="나눔바른고딕OTF Ligh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87316" y="2256506"/>
            <a:ext cx="31026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90">
              <a:lnSpc>
                <a:spcPct val="125000"/>
              </a:lnSpc>
              <a:spcBef>
                <a:spcPts val="100"/>
              </a:spcBef>
            </a:pP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모션탭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2개를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활용하여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2번</a:t>
            </a:r>
            <a:r>
              <a:rPr sz="8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왕복하는데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얼마나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시간이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걸리고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1번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모션탭 </a:t>
            </a: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과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2번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모션탭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터치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간격의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평균값을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확인하여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정확한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분석이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가능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합니다</a:t>
            </a:r>
            <a:endParaRPr sz="800">
              <a:latin typeface="나눔명조OTF"/>
              <a:cs typeface="나눔명조OT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454781" y="1862806"/>
            <a:ext cx="30880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5000"/>
              </a:lnSpc>
              <a:spcBef>
                <a:spcPts val="100"/>
              </a:spcBef>
            </a:pP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참가자는 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출발지점에서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대기하고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시작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버튼을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눌러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운동을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진행합니 </a:t>
            </a: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다.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종료후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플레이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시간과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평균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반응시간등을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확인하고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결과를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평가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합니다.</a:t>
            </a:r>
            <a:endParaRPr sz="800">
              <a:latin typeface="나눔명조OTF"/>
              <a:cs typeface="나눔명조OT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57497" y="5395407"/>
            <a:ext cx="31648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5000"/>
              </a:lnSpc>
              <a:spcBef>
                <a:spcPts val="100"/>
              </a:spcBef>
            </a:pP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배치도를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참고하여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출발선과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10" dirty="0">
                <a:solidFill>
                  <a:srgbClr val="050000"/>
                </a:solidFill>
                <a:latin typeface="나눔명조OTF"/>
                <a:cs typeface="나눔명조OTF"/>
              </a:rPr>
              <a:t>20M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전방에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탭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배치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위치를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필기도구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혹은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50" dirty="0">
                <a:solidFill>
                  <a:srgbClr val="050000"/>
                </a:solidFill>
                <a:latin typeface="나눔명조OTF"/>
                <a:cs typeface="나눔명조OTF"/>
              </a:rPr>
              <a:t>스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 티커로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표시함.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배치시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모션탭의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순서를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주의하여 배치합니다.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47AB2"/>
                </a:solidFill>
                <a:latin typeface="나눔명조OTF"/>
                <a:cs typeface="나눔명조OTF"/>
              </a:rPr>
              <a:t>*순서가</a:t>
            </a:r>
            <a:r>
              <a:rPr sz="800" spc="-30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50" dirty="0">
                <a:solidFill>
                  <a:srgbClr val="447AB2"/>
                </a:solidFill>
                <a:latin typeface="나눔명조OTF"/>
                <a:cs typeface="나눔명조OTF"/>
              </a:rPr>
              <a:t>틀</a:t>
            </a:r>
            <a:r>
              <a:rPr sz="800" spc="-20" dirty="0">
                <a:solidFill>
                  <a:srgbClr val="447AB2"/>
                </a:solidFill>
                <a:latin typeface="나눔명조OTF"/>
                <a:cs typeface="나눔명조OTF"/>
              </a:rPr>
              <a:t> 리면</a:t>
            </a:r>
            <a:r>
              <a:rPr sz="800" spc="-40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47AB2"/>
                </a:solidFill>
                <a:latin typeface="나눔명조OTF"/>
                <a:cs typeface="나눔명조OTF"/>
              </a:rPr>
              <a:t>전혀</a:t>
            </a:r>
            <a:r>
              <a:rPr sz="800" spc="-35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47AB2"/>
                </a:solidFill>
                <a:latin typeface="나눔명조OTF"/>
                <a:cs typeface="나눔명조OTF"/>
              </a:rPr>
              <a:t>다르게</a:t>
            </a:r>
            <a:r>
              <a:rPr sz="800" spc="-35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47AB2"/>
                </a:solidFill>
                <a:latin typeface="나눔명조OTF"/>
                <a:cs typeface="나눔명조OTF"/>
              </a:rPr>
              <a:t>작동될</a:t>
            </a:r>
            <a:r>
              <a:rPr sz="800" spc="-35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447AB2"/>
                </a:solidFill>
                <a:latin typeface="나눔명조OTF"/>
                <a:cs typeface="나눔명조OTF"/>
              </a:rPr>
              <a:t>수</a:t>
            </a:r>
            <a:r>
              <a:rPr sz="800" spc="-35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47AB2"/>
                </a:solidFill>
                <a:latin typeface="나눔명조OTF"/>
                <a:cs typeface="나눔명조OTF"/>
              </a:rPr>
              <a:t>있습니다</a:t>
            </a:r>
            <a:endParaRPr sz="800">
              <a:latin typeface="나눔명조OTF"/>
              <a:cs typeface="나눔명조OT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427706" y="2967404"/>
            <a:ext cx="31419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25000"/>
              </a:lnSpc>
              <a:spcBef>
                <a:spcPts val="100"/>
              </a:spcBef>
            </a:pP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프로그램을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다시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 실행하여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진행합니다.(블루투스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연결 상태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재확인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 필요) 운동기구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리셋작업.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상판의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레이저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센서가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부착된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움푹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파인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부분의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먼지를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닦아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줍니다.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47AB2"/>
                </a:solidFill>
                <a:latin typeface="나눔명조OTF"/>
                <a:cs typeface="나눔명조OTF"/>
              </a:rPr>
              <a:t>*레이저</a:t>
            </a:r>
            <a:r>
              <a:rPr sz="800" spc="-30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47AB2"/>
                </a:solidFill>
                <a:latin typeface="나눔명조OTF"/>
                <a:cs typeface="나눔명조OTF"/>
              </a:rPr>
              <a:t>센서는</a:t>
            </a:r>
            <a:r>
              <a:rPr sz="800" spc="-30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47AB2"/>
                </a:solidFill>
                <a:latin typeface="나눔명조OTF"/>
                <a:cs typeface="나눔명조OTF"/>
              </a:rPr>
              <a:t>매우</a:t>
            </a:r>
            <a:r>
              <a:rPr sz="800" spc="-30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47AB2"/>
                </a:solidFill>
                <a:latin typeface="나눔명조OTF"/>
                <a:cs typeface="나눔명조OTF"/>
              </a:rPr>
              <a:t>민감한</a:t>
            </a:r>
            <a:r>
              <a:rPr sz="800" spc="-30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47AB2"/>
                </a:solidFill>
                <a:latin typeface="나눔명조OTF"/>
                <a:cs typeface="나눔명조OTF"/>
              </a:rPr>
              <a:t>센서임으로</a:t>
            </a:r>
            <a:r>
              <a:rPr sz="800" spc="-30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47AB2"/>
                </a:solidFill>
                <a:latin typeface="나눔명조OTF"/>
                <a:cs typeface="나눔명조OTF"/>
              </a:rPr>
              <a:t>주기적인</a:t>
            </a:r>
            <a:r>
              <a:rPr sz="800" spc="-30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47AB2"/>
                </a:solidFill>
                <a:latin typeface="나눔명조OTF"/>
                <a:cs typeface="나눔명조OTF"/>
              </a:rPr>
              <a:t>관리가</a:t>
            </a:r>
            <a:r>
              <a:rPr sz="800" spc="-30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50" dirty="0">
                <a:solidFill>
                  <a:srgbClr val="447AB2"/>
                </a:solidFill>
                <a:latin typeface="나눔명조OTF"/>
                <a:cs typeface="나눔명조OTF"/>
              </a:rPr>
              <a:t>필</a:t>
            </a:r>
            <a:r>
              <a:rPr sz="800" spc="-20" dirty="0">
                <a:solidFill>
                  <a:srgbClr val="447AB2"/>
                </a:solidFill>
                <a:latin typeface="나눔명조OTF"/>
                <a:cs typeface="나눔명조OTF"/>
              </a:rPr>
              <a:t> 요합니다</a:t>
            </a:r>
            <a:endParaRPr sz="800">
              <a:latin typeface="나눔명조OTF"/>
              <a:cs typeface="나눔명조OT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27802" y="4816304"/>
            <a:ext cx="30219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0" marR="5080" indent="-794385">
              <a:lnSpc>
                <a:spcPct val="125000"/>
              </a:lnSpc>
              <a:spcBef>
                <a:spcPts val="100"/>
              </a:spcBef>
            </a:pP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운동을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진행하기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전에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모션탭을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충전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상태를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확인하여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도중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제품이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꺼지는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사태를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미연에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10" dirty="0">
                <a:solidFill>
                  <a:srgbClr val="050000"/>
                </a:solidFill>
                <a:latin typeface="나눔명조OTF"/>
                <a:cs typeface="나눔명조OTF"/>
              </a:rPr>
              <a:t>방지합니다</a:t>
            </a:r>
            <a:endParaRPr sz="800">
              <a:latin typeface="나눔명조OTF"/>
              <a:cs typeface="나눔명조OT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69077" y="3480053"/>
            <a:ext cx="313944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lnSpc>
                <a:spcPct val="125000"/>
              </a:lnSpc>
              <a:spcBef>
                <a:spcPts val="100"/>
              </a:spcBef>
            </a:pP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앱에서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제공하는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영상과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운동기구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설치방법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및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실시방법을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습득합니다.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50" dirty="0">
                <a:solidFill>
                  <a:srgbClr val="050000"/>
                </a:solidFill>
                <a:latin typeface="나눔명조OTF"/>
                <a:cs typeface="나눔명조OTF"/>
              </a:rPr>
              <a:t>앱</a:t>
            </a: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 을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가동하여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운동기구와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블루투스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연결하고,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앱을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실행해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봅니다.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프로그램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설정값을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수정하고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맨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하단의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저장버튼을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누르면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새오룬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프로그램이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생성 </a:t>
            </a: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됩니다.</a:t>
            </a:r>
            <a:r>
              <a:rPr sz="800" spc="12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추후에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변경된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설정으로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세팅된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프로그램을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불러서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사용할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8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50" dirty="0">
                <a:solidFill>
                  <a:srgbClr val="050000"/>
                </a:solidFill>
                <a:latin typeface="나눔명조OTF"/>
                <a:cs typeface="나눔명조OTF"/>
              </a:rPr>
              <a:t>있</a:t>
            </a:r>
            <a:r>
              <a:rPr sz="800" spc="-10" dirty="0">
                <a:solidFill>
                  <a:srgbClr val="050000"/>
                </a:solidFill>
                <a:latin typeface="나눔명조OTF"/>
                <a:cs typeface="나눔명조OTF"/>
              </a:rPr>
              <a:t> 게합니다.</a:t>
            </a:r>
            <a:endParaRPr sz="800">
              <a:latin typeface="나눔명조OTF"/>
              <a:cs typeface="나눔명조OT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57299" y="6548928"/>
            <a:ext cx="31070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탭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뒷면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중앙의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작은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흰색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사각형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위치에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볼펜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심으로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꼭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눌러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불빛이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번쩍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거리게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함.</a:t>
            </a:r>
            <a:r>
              <a:rPr sz="800" spc="-25" dirty="0">
                <a:solidFill>
                  <a:srgbClr val="447AB2"/>
                </a:solidFill>
                <a:latin typeface="나눔명조OTF"/>
                <a:cs typeface="나눔명조OTF"/>
              </a:rPr>
              <a:t>*운동기구에</a:t>
            </a:r>
            <a:r>
              <a:rPr sz="800" spc="-35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47AB2"/>
                </a:solidFill>
                <a:latin typeface="나눔명조OTF"/>
                <a:cs typeface="나눔명조OTF"/>
              </a:rPr>
              <a:t>설치된</a:t>
            </a:r>
            <a:r>
              <a:rPr sz="800" spc="-35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47AB2"/>
                </a:solidFill>
                <a:latin typeface="나눔명조OTF"/>
                <a:cs typeface="나눔명조OTF"/>
              </a:rPr>
              <a:t>펌웨어를</a:t>
            </a:r>
            <a:r>
              <a:rPr sz="800" spc="-30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47AB2"/>
                </a:solidFill>
                <a:latin typeface="나눔명조OTF"/>
                <a:cs typeface="나눔명조OTF"/>
              </a:rPr>
              <a:t>초기화</a:t>
            </a:r>
            <a:r>
              <a:rPr sz="800" spc="-35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447AB2"/>
                </a:solidFill>
                <a:latin typeface="나눔명조OTF"/>
                <a:cs typeface="나눔명조OTF"/>
              </a:rPr>
              <a:t>및</a:t>
            </a:r>
            <a:r>
              <a:rPr sz="800" spc="-35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47AB2"/>
                </a:solidFill>
                <a:latin typeface="나눔명조OTF"/>
                <a:cs typeface="나눔명조OTF"/>
              </a:rPr>
              <a:t>센서</a:t>
            </a:r>
            <a:r>
              <a:rPr sz="800" spc="-30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47AB2"/>
                </a:solidFill>
                <a:latin typeface="나눔명조OTF"/>
                <a:cs typeface="나눔명조OTF"/>
              </a:rPr>
              <a:t>동작을</a:t>
            </a:r>
            <a:r>
              <a:rPr sz="800" spc="-35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47AB2"/>
                </a:solidFill>
                <a:latin typeface="나눔명조OTF"/>
                <a:cs typeface="나눔명조OTF"/>
              </a:rPr>
              <a:t>원활하게 하기</a:t>
            </a:r>
            <a:r>
              <a:rPr sz="800" spc="-35" dirty="0">
                <a:solidFill>
                  <a:srgbClr val="447AB2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47AB2"/>
                </a:solidFill>
                <a:latin typeface="나눔명조OTF"/>
                <a:cs typeface="나눔명조OTF"/>
              </a:rPr>
              <a:t>위함</a:t>
            </a:r>
            <a:endParaRPr sz="800">
              <a:latin typeface="나눔명조OTF"/>
              <a:cs typeface="나눔명조OT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70049" y="7158528"/>
            <a:ext cx="31375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25000"/>
              </a:lnSpc>
              <a:spcBef>
                <a:spcPts val="100"/>
              </a:spcBef>
            </a:pP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2개의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기구를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탭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연결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화면을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이용하여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연결된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탭으로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10" dirty="0">
                <a:solidFill>
                  <a:srgbClr val="050000"/>
                </a:solidFill>
                <a:latin typeface="나눔명조OTF"/>
                <a:cs typeface="나눔명조OTF"/>
              </a:rPr>
              <a:t>이동.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수업준</a:t>
            </a:r>
            <a:r>
              <a:rPr sz="800" spc="50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비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단계에서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실행한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프로그램을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불러옴.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탭순서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버튼을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누르면</a:t>
            </a:r>
            <a:r>
              <a:rPr sz="800" spc="-3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4개의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탭이 </a:t>
            </a:r>
            <a:r>
              <a:rPr sz="800" spc="-10" dirty="0">
                <a:solidFill>
                  <a:srgbClr val="050000"/>
                </a:solidFill>
                <a:latin typeface="나눔명조OTF"/>
                <a:cs typeface="나눔명조OTF"/>
              </a:rPr>
              <a:t>탭#1</a:t>
            </a:r>
            <a:r>
              <a:rPr sz="8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050000"/>
                </a:solidFill>
                <a:latin typeface="나눔명조OTF"/>
                <a:cs typeface="나눔명조OTF"/>
              </a:rPr>
              <a:t>&gt;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10" dirty="0">
                <a:solidFill>
                  <a:srgbClr val="050000"/>
                </a:solidFill>
                <a:latin typeface="나눔명조OTF"/>
                <a:cs typeface="나눔명조OTF"/>
              </a:rPr>
              <a:t>탭#2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불빛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10" dirty="0">
                <a:solidFill>
                  <a:srgbClr val="050000"/>
                </a:solidFill>
                <a:latin typeface="나눔명조OTF"/>
                <a:cs typeface="나눔명조OTF"/>
              </a:rPr>
              <a:t>가동.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전방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10" dirty="0">
                <a:solidFill>
                  <a:srgbClr val="050000"/>
                </a:solidFill>
                <a:latin typeface="나눔명조OTF"/>
                <a:cs typeface="나눔명조OTF"/>
              </a:rPr>
              <a:t>10M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050000"/>
                </a:solidFill>
                <a:latin typeface="나눔명조OTF"/>
                <a:cs typeface="나눔명조OTF"/>
              </a:rPr>
              <a:t>전방에</a:t>
            </a:r>
            <a:r>
              <a:rPr sz="8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배치하고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10" dirty="0">
                <a:solidFill>
                  <a:srgbClr val="050000"/>
                </a:solidFill>
                <a:latin typeface="나눔명조OTF"/>
                <a:cs typeface="나눔명조OTF"/>
              </a:rPr>
              <a:t>탭#2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출발선에</a:t>
            </a:r>
            <a:r>
              <a:rPr sz="8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050000"/>
                </a:solidFill>
                <a:latin typeface="나눔명조OTF"/>
                <a:cs typeface="나눔명조OTF"/>
              </a:rPr>
              <a:t>배치합 니다.</a:t>
            </a:r>
            <a:endParaRPr sz="800">
              <a:latin typeface="나눔명조OTF"/>
              <a:cs typeface="나눔명조OTF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7992" y="1432813"/>
            <a:ext cx="6480175" cy="413384"/>
          </a:xfrm>
          <a:custGeom>
            <a:avLst/>
            <a:gdLst/>
            <a:ahLst/>
            <a:cxnLst/>
            <a:rect l="l" t="t" r="r" b="b"/>
            <a:pathLst>
              <a:path w="6480175" h="413385">
                <a:moveTo>
                  <a:pt x="655193" y="71996"/>
                </a:moveTo>
                <a:lnTo>
                  <a:pt x="649541" y="43967"/>
                </a:lnTo>
                <a:lnTo>
                  <a:pt x="634111" y="21082"/>
                </a:lnTo>
                <a:lnTo>
                  <a:pt x="611225" y="5651"/>
                </a:lnTo>
                <a:lnTo>
                  <a:pt x="583196" y="0"/>
                </a:lnTo>
                <a:lnTo>
                  <a:pt x="71996" y="0"/>
                </a:lnTo>
                <a:lnTo>
                  <a:pt x="43980" y="5651"/>
                </a:lnTo>
                <a:lnTo>
                  <a:pt x="21094" y="21082"/>
                </a:lnTo>
                <a:lnTo>
                  <a:pt x="5664" y="43967"/>
                </a:lnTo>
                <a:lnTo>
                  <a:pt x="0" y="71996"/>
                </a:lnTo>
                <a:lnTo>
                  <a:pt x="0" y="340855"/>
                </a:lnTo>
                <a:lnTo>
                  <a:pt x="5664" y="368884"/>
                </a:lnTo>
                <a:lnTo>
                  <a:pt x="21094" y="391769"/>
                </a:lnTo>
                <a:lnTo>
                  <a:pt x="43980" y="407200"/>
                </a:lnTo>
                <a:lnTo>
                  <a:pt x="71996" y="412864"/>
                </a:lnTo>
                <a:lnTo>
                  <a:pt x="583196" y="412864"/>
                </a:lnTo>
                <a:lnTo>
                  <a:pt x="611225" y="407200"/>
                </a:lnTo>
                <a:lnTo>
                  <a:pt x="634111" y="391769"/>
                </a:lnTo>
                <a:lnTo>
                  <a:pt x="649541" y="368884"/>
                </a:lnTo>
                <a:lnTo>
                  <a:pt x="655193" y="340855"/>
                </a:lnTo>
                <a:lnTo>
                  <a:pt x="655193" y="71996"/>
                </a:lnTo>
                <a:close/>
              </a:path>
              <a:path w="6480175" h="413385">
                <a:moveTo>
                  <a:pt x="1864804" y="71996"/>
                </a:moveTo>
                <a:lnTo>
                  <a:pt x="1859140" y="43967"/>
                </a:lnTo>
                <a:lnTo>
                  <a:pt x="1843709" y="21082"/>
                </a:lnTo>
                <a:lnTo>
                  <a:pt x="1820824" y="5651"/>
                </a:lnTo>
                <a:lnTo>
                  <a:pt x="1792808" y="0"/>
                </a:lnTo>
                <a:lnTo>
                  <a:pt x="756005" y="0"/>
                </a:lnTo>
                <a:lnTo>
                  <a:pt x="727976" y="5651"/>
                </a:lnTo>
                <a:lnTo>
                  <a:pt x="705091" y="21082"/>
                </a:lnTo>
                <a:lnTo>
                  <a:pt x="689660" y="43967"/>
                </a:lnTo>
                <a:lnTo>
                  <a:pt x="684009" y="71996"/>
                </a:lnTo>
                <a:lnTo>
                  <a:pt x="684009" y="340855"/>
                </a:lnTo>
                <a:lnTo>
                  <a:pt x="689660" y="368884"/>
                </a:lnTo>
                <a:lnTo>
                  <a:pt x="705091" y="391769"/>
                </a:lnTo>
                <a:lnTo>
                  <a:pt x="727976" y="407200"/>
                </a:lnTo>
                <a:lnTo>
                  <a:pt x="756005" y="412864"/>
                </a:lnTo>
                <a:lnTo>
                  <a:pt x="1792808" y="412864"/>
                </a:lnTo>
                <a:lnTo>
                  <a:pt x="1820824" y="407200"/>
                </a:lnTo>
                <a:lnTo>
                  <a:pt x="1843709" y="391769"/>
                </a:lnTo>
                <a:lnTo>
                  <a:pt x="1859140" y="368884"/>
                </a:lnTo>
                <a:lnTo>
                  <a:pt x="1864804" y="340855"/>
                </a:lnTo>
                <a:lnTo>
                  <a:pt x="1864804" y="71996"/>
                </a:lnTo>
                <a:close/>
              </a:path>
              <a:path w="6480175" h="413385">
                <a:moveTo>
                  <a:pt x="3071253" y="71996"/>
                </a:moveTo>
                <a:lnTo>
                  <a:pt x="3065589" y="43967"/>
                </a:lnTo>
                <a:lnTo>
                  <a:pt x="3050159" y="21082"/>
                </a:lnTo>
                <a:lnTo>
                  <a:pt x="3027273" y="5651"/>
                </a:lnTo>
                <a:lnTo>
                  <a:pt x="2999257" y="0"/>
                </a:lnTo>
                <a:lnTo>
                  <a:pt x="1962454" y="0"/>
                </a:lnTo>
                <a:lnTo>
                  <a:pt x="1934425" y="5651"/>
                </a:lnTo>
                <a:lnTo>
                  <a:pt x="1911540" y="21082"/>
                </a:lnTo>
                <a:lnTo>
                  <a:pt x="1896110" y="43967"/>
                </a:lnTo>
                <a:lnTo>
                  <a:pt x="1890458" y="71996"/>
                </a:lnTo>
                <a:lnTo>
                  <a:pt x="1890458" y="340855"/>
                </a:lnTo>
                <a:lnTo>
                  <a:pt x="1896110" y="368884"/>
                </a:lnTo>
                <a:lnTo>
                  <a:pt x="1911540" y="391769"/>
                </a:lnTo>
                <a:lnTo>
                  <a:pt x="1934425" y="407200"/>
                </a:lnTo>
                <a:lnTo>
                  <a:pt x="1962454" y="412864"/>
                </a:lnTo>
                <a:lnTo>
                  <a:pt x="2999257" y="412864"/>
                </a:lnTo>
                <a:lnTo>
                  <a:pt x="3027273" y="407200"/>
                </a:lnTo>
                <a:lnTo>
                  <a:pt x="3050159" y="391769"/>
                </a:lnTo>
                <a:lnTo>
                  <a:pt x="3065589" y="368884"/>
                </a:lnTo>
                <a:lnTo>
                  <a:pt x="3071253" y="340855"/>
                </a:lnTo>
                <a:lnTo>
                  <a:pt x="3071253" y="71996"/>
                </a:lnTo>
                <a:close/>
              </a:path>
              <a:path w="6480175" h="413385">
                <a:moveTo>
                  <a:pt x="6480010" y="71996"/>
                </a:moveTo>
                <a:lnTo>
                  <a:pt x="6474346" y="43967"/>
                </a:lnTo>
                <a:lnTo>
                  <a:pt x="6458915" y="21082"/>
                </a:lnTo>
                <a:lnTo>
                  <a:pt x="6436030" y="5651"/>
                </a:lnTo>
                <a:lnTo>
                  <a:pt x="6408013" y="0"/>
                </a:lnTo>
                <a:lnTo>
                  <a:pt x="3168904" y="0"/>
                </a:lnTo>
                <a:lnTo>
                  <a:pt x="3140875" y="5651"/>
                </a:lnTo>
                <a:lnTo>
                  <a:pt x="3117989" y="21082"/>
                </a:lnTo>
                <a:lnTo>
                  <a:pt x="3102559" y="43967"/>
                </a:lnTo>
                <a:lnTo>
                  <a:pt x="3096907" y="71996"/>
                </a:lnTo>
                <a:lnTo>
                  <a:pt x="3096907" y="340855"/>
                </a:lnTo>
                <a:lnTo>
                  <a:pt x="3102559" y="368884"/>
                </a:lnTo>
                <a:lnTo>
                  <a:pt x="3117989" y="391769"/>
                </a:lnTo>
                <a:lnTo>
                  <a:pt x="3140875" y="407200"/>
                </a:lnTo>
                <a:lnTo>
                  <a:pt x="3168904" y="412864"/>
                </a:lnTo>
                <a:lnTo>
                  <a:pt x="6408013" y="412864"/>
                </a:lnTo>
                <a:lnTo>
                  <a:pt x="6436030" y="407200"/>
                </a:lnTo>
                <a:lnTo>
                  <a:pt x="6458915" y="391769"/>
                </a:lnTo>
                <a:lnTo>
                  <a:pt x="6474346" y="368884"/>
                </a:lnTo>
                <a:lnTo>
                  <a:pt x="6480010" y="340855"/>
                </a:lnTo>
                <a:lnTo>
                  <a:pt x="6480010" y="71996"/>
                </a:lnTo>
                <a:close/>
              </a:path>
            </a:pathLst>
          </a:custGeom>
          <a:solidFill>
            <a:srgbClr val="99CC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830769" y="1514677"/>
            <a:ext cx="282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단계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35989" y="1514677"/>
            <a:ext cx="565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50000"/>
                </a:solidFill>
                <a:latin typeface="나눔바른고딕OTF"/>
                <a:cs typeface="나눔바른고딕OTF"/>
              </a:rPr>
              <a:t>진행</a:t>
            </a:r>
            <a:r>
              <a:rPr sz="1200" b="1" spc="-10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40" dirty="0">
                <a:solidFill>
                  <a:srgbClr val="050000"/>
                </a:solidFill>
                <a:latin typeface="나눔바른고딕OTF"/>
                <a:cs typeface="나눔바른고딕OTF"/>
              </a:rPr>
              <a:t>내역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55697" y="1514677"/>
            <a:ext cx="5391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0" dirty="0">
                <a:solidFill>
                  <a:srgbClr val="050000"/>
                </a:solidFill>
                <a:latin typeface="나눔바른고딕OTF"/>
                <a:cs typeface="나눔바른고딕OTF"/>
              </a:rPr>
              <a:t>프로그램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72112" y="1486406"/>
            <a:ext cx="1523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6100">
              <a:lnSpc>
                <a:spcPct val="100000"/>
              </a:lnSpc>
              <a:spcBef>
                <a:spcPts val="100"/>
              </a:spcBef>
            </a:pPr>
            <a:r>
              <a:rPr sz="9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확인</a:t>
            </a:r>
            <a:r>
              <a:rPr sz="900" b="1" spc="-8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900" b="1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사항</a:t>
            </a:r>
            <a:r>
              <a:rPr sz="900" b="1" spc="500" dirty="0">
                <a:solidFill>
                  <a:srgbClr val="050000"/>
                </a:solidFill>
                <a:latin typeface="나눔바른고딕OTF"/>
                <a:cs typeface="나눔바른고딕OTF"/>
              </a:rPr>
              <a:t>    </a:t>
            </a:r>
            <a:r>
              <a:rPr sz="900" b="1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(예시</a:t>
            </a:r>
            <a:r>
              <a:rPr sz="900" b="1" spc="-7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900" b="1" spc="-45" dirty="0">
                <a:solidFill>
                  <a:srgbClr val="050000"/>
                </a:solidFill>
                <a:latin typeface="나눔바른고딕OTF"/>
                <a:cs typeface="나눔바른고딕OTF"/>
              </a:rPr>
              <a:t>프로그램을</a:t>
            </a:r>
            <a:r>
              <a:rPr sz="900" b="1" spc="-6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900" b="1" spc="-40" dirty="0">
                <a:solidFill>
                  <a:srgbClr val="050000"/>
                </a:solidFill>
                <a:latin typeface="나눔바른고딕OTF"/>
                <a:cs typeface="나눔바른고딕OTF"/>
              </a:rPr>
              <a:t>기준으로</a:t>
            </a:r>
            <a:r>
              <a:rPr sz="900" b="1" spc="-65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900" b="1" spc="-50" dirty="0">
                <a:solidFill>
                  <a:srgbClr val="050000"/>
                </a:solidFill>
                <a:latin typeface="나눔바른고딕OTF"/>
                <a:cs typeface="나눔바른고딕OTF"/>
              </a:rPr>
              <a:t>작성함)</a:t>
            </a:r>
            <a:endParaRPr sz="900">
              <a:latin typeface="나눔바른고딕OTF"/>
              <a:cs typeface="나눔바른고딕OTF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315962" y="1942850"/>
            <a:ext cx="2417445" cy="982344"/>
            <a:chOff x="1315962" y="1942850"/>
            <a:chExt cx="2417445" cy="982344"/>
          </a:xfrm>
        </p:grpSpPr>
        <p:sp>
          <p:nvSpPr>
            <p:cNvPr id="42" name="object 42"/>
            <p:cNvSpPr/>
            <p:nvPr/>
          </p:nvSpPr>
          <p:spPr>
            <a:xfrm>
              <a:off x="1317759" y="1942850"/>
              <a:ext cx="0" cy="982344"/>
            </a:xfrm>
            <a:custGeom>
              <a:avLst/>
              <a:gdLst/>
              <a:ahLst/>
              <a:cxnLst/>
              <a:rect l="l" t="t" r="r" b="b"/>
              <a:pathLst>
                <a:path h="982344">
                  <a:moveTo>
                    <a:pt x="0" y="981963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731399" y="1942850"/>
              <a:ext cx="0" cy="982344"/>
            </a:xfrm>
            <a:custGeom>
              <a:avLst/>
              <a:gdLst/>
              <a:ahLst/>
              <a:cxnLst/>
              <a:rect l="l" t="t" r="r" b="b"/>
              <a:pathLst>
                <a:path h="982344">
                  <a:moveTo>
                    <a:pt x="0" y="981963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25040" y="1942850"/>
              <a:ext cx="0" cy="982344"/>
            </a:xfrm>
            <a:custGeom>
              <a:avLst/>
              <a:gdLst/>
              <a:ahLst/>
              <a:cxnLst/>
              <a:rect l="l" t="t" r="r" b="b"/>
              <a:pathLst>
                <a:path h="982344">
                  <a:moveTo>
                    <a:pt x="0" y="981963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8875961" y="1498743"/>
            <a:ext cx="2417445" cy="1236345"/>
            <a:chOff x="8875961" y="1498743"/>
            <a:chExt cx="2417445" cy="1236345"/>
          </a:xfrm>
        </p:grpSpPr>
        <p:sp>
          <p:nvSpPr>
            <p:cNvPr id="46" name="object 46"/>
            <p:cNvSpPr/>
            <p:nvPr/>
          </p:nvSpPr>
          <p:spPr>
            <a:xfrm>
              <a:off x="8877758" y="1498743"/>
              <a:ext cx="0" cy="1236345"/>
            </a:xfrm>
            <a:custGeom>
              <a:avLst/>
              <a:gdLst/>
              <a:ahLst/>
              <a:cxnLst/>
              <a:rect l="l" t="t" r="r" b="b"/>
              <a:pathLst>
                <a:path h="1236345">
                  <a:moveTo>
                    <a:pt x="0" y="1236103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1291400" y="1498743"/>
              <a:ext cx="0" cy="1236345"/>
            </a:xfrm>
            <a:custGeom>
              <a:avLst/>
              <a:gdLst/>
              <a:ahLst/>
              <a:cxnLst/>
              <a:rect l="l" t="t" r="r" b="b"/>
              <a:pathLst>
                <a:path h="1236345">
                  <a:moveTo>
                    <a:pt x="0" y="1236103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085040" y="1498743"/>
              <a:ext cx="0" cy="1236345"/>
            </a:xfrm>
            <a:custGeom>
              <a:avLst/>
              <a:gdLst/>
              <a:ahLst/>
              <a:cxnLst/>
              <a:rect l="l" t="t" r="r" b="b"/>
              <a:pathLst>
                <a:path h="1236345">
                  <a:moveTo>
                    <a:pt x="0" y="1236103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1315962" y="3082306"/>
            <a:ext cx="2417445" cy="5212715"/>
            <a:chOff x="1315962" y="3082306"/>
            <a:chExt cx="2417445" cy="5212715"/>
          </a:xfrm>
        </p:grpSpPr>
        <p:sp>
          <p:nvSpPr>
            <p:cNvPr id="50" name="object 50"/>
            <p:cNvSpPr/>
            <p:nvPr/>
          </p:nvSpPr>
          <p:spPr>
            <a:xfrm>
              <a:off x="1317759" y="5393147"/>
              <a:ext cx="0" cy="513080"/>
            </a:xfrm>
            <a:custGeom>
              <a:avLst/>
              <a:gdLst/>
              <a:ahLst/>
              <a:cxnLst/>
              <a:rect l="l" t="t" r="r" b="b"/>
              <a:pathLst>
                <a:path h="513079">
                  <a:moveTo>
                    <a:pt x="0" y="512508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17759" y="4693200"/>
              <a:ext cx="0" cy="601980"/>
            </a:xfrm>
            <a:custGeom>
              <a:avLst/>
              <a:gdLst/>
              <a:ahLst/>
              <a:cxnLst/>
              <a:rect l="l" t="t" r="r" b="b"/>
              <a:pathLst>
                <a:path h="601979">
                  <a:moveTo>
                    <a:pt x="0" y="601789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17759" y="3086796"/>
              <a:ext cx="0" cy="1480185"/>
            </a:xfrm>
            <a:custGeom>
              <a:avLst/>
              <a:gdLst/>
              <a:ahLst/>
              <a:cxnLst/>
              <a:rect l="l" t="t" r="r" b="b"/>
              <a:pathLst>
                <a:path h="1480185">
                  <a:moveTo>
                    <a:pt x="0" y="1479765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317759" y="6069138"/>
              <a:ext cx="0" cy="2225675"/>
            </a:xfrm>
            <a:custGeom>
              <a:avLst/>
              <a:gdLst/>
              <a:ahLst/>
              <a:cxnLst/>
              <a:rect l="l" t="t" r="r" b="b"/>
              <a:pathLst>
                <a:path h="2225675">
                  <a:moveTo>
                    <a:pt x="0" y="2225382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31399" y="5393147"/>
              <a:ext cx="0" cy="513080"/>
            </a:xfrm>
            <a:custGeom>
              <a:avLst/>
              <a:gdLst/>
              <a:ahLst/>
              <a:cxnLst/>
              <a:rect l="l" t="t" r="r" b="b"/>
              <a:pathLst>
                <a:path h="513079">
                  <a:moveTo>
                    <a:pt x="0" y="512508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731399" y="4693200"/>
              <a:ext cx="0" cy="601980"/>
            </a:xfrm>
            <a:custGeom>
              <a:avLst/>
              <a:gdLst/>
              <a:ahLst/>
              <a:cxnLst/>
              <a:rect l="l" t="t" r="r" b="b"/>
              <a:pathLst>
                <a:path h="601979">
                  <a:moveTo>
                    <a:pt x="0" y="601789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31399" y="3082306"/>
              <a:ext cx="0" cy="1480185"/>
            </a:xfrm>
            <a:custGeom>
              <a:avLst/>
              <a:gdLst/>
              <a:ahLst/>
              <a:cxnLst/>
              <a:rect l="l" t="t" r="r" b="b"/>
              <a:pathLst>
                <a:path h="1480185">
                  <a:moveTo>
                    <a:pt x="0" y="1479778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31399" y="6069138"/>
              <a:ext cx="0" cy="2225675"/>
            </a:xfrm>
            <a:custGeom>
              <a:avLst/>
              <a:gdLst/>
              <a:ahLst/>
              <a:cxnLst/>
              <a:rect l="l" t="t" r="r" b="b"/>
              <a:pathLst>
                <a:path h="2225675">
                  <a:moveTo>
                    <a:pt x="0" y="2225382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525040" y="5393147"/>
              <a:ext cx="0" cy="513080"/>
            </a:xfrm>
            <a:custGeom>
              <a:avLst/>
              <a:gdLst/>
              <a:ahLst/>
              <a:cxnLst/>
              <a:rect l="l" t="t" r="r" b="b"/>
              <a:pathLst>
                <a:path h="513079">
                  <a:moveTo>
                    <a:pt x="0" y="512508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25040" y="4693200"/>
              <a:ext cx="0" cy="601980"/>
            </a:xfrm>
            <a:custGeom>
              <a:avLst/>
              <a:gdLst/>
              <a:ahLst/>
              <a:cxnLst/>
              <a:rect l="l" t="t" r="r" b="b"/>
              <a:pathLst>
                <a:path h="601979">
                  <a:moveTo>
                    <a:pt x="0" y="601789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525040" y="3086796"/>
              <a:ext cx="0" cy="1480185"/>
            </a:xfrm>
            <a:custGeom>
              <a:avLst/>
              <a:gdLst/>
              <a:ahLst/>
              <a:cxnLst/>
              <a:rect l="l" t="t" r="r" b="b"/>
              <a:pathLst>
                <a:path h="1480185">
                  <a:moveTo>
                    <a:pt x="0" y="1479765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525040" y="6069138"/>
              <a:ext cx="0" cy="2225675"/>
            </a:xfrm>
            <a:custGeom>
              <a:avLst/>
              <a:gdLst/>
              <a:ahLst/>
              <a:cxnLst/>
              <a:rect l="l" t="t" r="r" b="b"/>
              <a:pathLst>
                <a:path h="2225675">
                  <a:moveTo>
                    <a:pt x="0" y="2225382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8875961" y="2907248"/>
            <a:ext cx="2417445" cy="781050"/>
            <a:chOff x="8875961" y="2907248"/>
            <a:chExt cx="2417445" cy="781050"/>
          </a:xfrm>
        </p:grpSpPr>
        <p:sp>
          <p:nvSpPr>
            <p:cNvPr id="63" name="object 63"/>
            <p:cNvSpPr/>
            <p:nvPr/>
          </p:nvSpPr>
          <p:spPr>
            <a:xfrm>
              <a:off x="8877758" y="2907248"/>
              <a:ext cx="0" cy="781050"/>
            </a:xfrm>
            <a:custGeom>
              <a:avLst/>
              <a:gdLst/>
              <a:ahLst/>
              <a:cxnLst/>
              <a:rect l="l" t="t" r="r" b="b"/>
              <a:pathLst>
                <a:path h="781050">
                  <a:moveTo>
                    <a:pt x="0" y="780707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1291400" y="2907248"/>
              <a:ext cx="0" cy="781050"/>
            </a:xfrm>
            <a:custGeom>
              <a:avLst/>
              <a:gdLst/>
              <a:ahLst/>
              <a:cxnLst/>
              <a:rect l="l" t="t" r="r" b="b"/>
              <a:pathLst>
                <a:path h="781050">
                  <a:moveTo>
                    <a:pt x="0" y="780707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0085040" y="2907248"/>
              <a:ext cx="0" cy="781050"/>
            </a:xfrm>
            <a:custGeom>
              <a:avLst/>
              <a:gdLst/>
              <a:ahLst/>
              <a:cxnLst/>
              <a:rect l="l" t="t" r="r" b="b"/>
              <a:pathLst>
                <a:path h="781050">
                  <a:moveTo>
                    <a:pt x="0" y="780707"/>
                  </a:moveTo>
                  <a:lnTo>
                    <a:pt x="0" y="0"/>
                  </a:lnTo>
                </a:path>
              </a:pathLst>
            </a:custGeom>
            <a:ln w="3594">
              <a:solidFill>
                <a:srgbClr val="4676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/>
          <p:nvPr/>
        </p:nvSpPr>
        <p:spPr>
          <a:xfrm>
            <a:off x="0" y="0"/>
            <a:ext cx="5058410" cy="1036955"/>
          </a:xfrm>
          <a:custGeom>
            <a:avLst/>
            <a:gdLst/>
            <a:ahLst/>
            <a:cxnLst/>
            <a:rect l="l" t="t" r="r" b="b"/>
            <a:pathLst>
              <a:path w="5058410" h="1036955">
                <a:moveTo>
                  <a:pt x="5009705" y="0"/>
                </a:moveTo>
                <a:lnTo>
                  <a:pt x="8694" y="0"/>
                </a:lnTo>
                <a:lnTo>
                  <a:pt x="7847" y="654"/>
                </a:lnTo>
                <a:lnTo>
                  <a:pt x="0" y="10812"/>
                </a:lnTo>
                <a:lnTo>
                  <a:pt x="0" y="979201"/>
                </a:lnTo>
                <a:lnTo>
                  <a:pt x="7847" y="989359"/>
                </a:lnTo>
                <a:lnTo>
                  <a:pt x="40634" y="1014690"/>
                </a:lnTo>
                <a:lnTo>
                  <a:pt x="79333" y="1031021"/>
                </a:lnTo>
                <a:lnTo>
                  <a:pt x="122400" y="1036807"/>
                </a:lnTo>
                <a:lnTo>
                  <a:pt x="4895999" y="1036807"/>
                </a:lnTo>
                <a:lnTo>
                  <a:pt x="4939066" y="1031021"/>
                </a:lnTo>
                <a:lnTo>
                  <a:pt x="4977765" y="1014690"/>
                </a:lnTo>
                <a:lnTo>
                  <a:pt x="5010552" y="989359"/>
                </a:lnTo>
                <a:lnTo>
                  <a:pt x="5035883" y="956572"/>
                </a:lnTo>
                <a:lnTo>
                  <a:pt x="5052214" y="917873"/>
                </a:lnTo>
                <a:lnTo>
                  <a:pt x="5058001" y="874806"/>
                </a:lnTo>
                <a:lnTo>
                  <a:pt x="5058001" y="115206"/>
                </a:lnTo>
                <a:lnTo>
                  <a:pt x="5052214" y="72140"/>
                </a:lnTo>
                <a:lnTo>
                  <a:pt x="5035883" y="33441"/>
                </a:lnTo>
                <a:lnTo>
                  <a:pt x="5010552" y="654"/>
                </a:lnTo>
                <a:lnTo>
                  <a:pt x="5009705" y="0"/>
                </a:lnTo>
                <a:close/>
              </a:path>
            </a:pathLst>
          </a:custGeom>
          <a:solidFill>
            <a:srgbClr val="3F80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635299" y="853326"/>
            <a:ext cx="118491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0" spc="-5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PART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2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3.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USAGE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EXAMPLE</a:t>
            </a:r>
            <a:endParaRPr sz="700">
              <a:latin typeface="G마켓 산스 TTF Medium"/>
              <a:cs typeface="G마켓 산스 TTF Medium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35299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20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4482795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21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64699" y="10252781"/>
            <a:ext cx="122745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3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03</a:t>
            </a:r>
            <a:r>
              <a:rPr sz="1100" b="0" spc="-10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사용법숙지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3142379" y="10252781"/>
            <a:ext cx="122237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사용법숙지</a:t>
            </a:r>
            <a:r>
              <a:rPr sz="1100" b="0" spc="-4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9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9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2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03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68" name="object 6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3-3.</a:t>
            </a:r>
            <a:r>
              <a:rPr spc="-5" dirty="0"/>
              <a:t> </a:t>
            </a:r>
            <a:r>
              <a:rPr dirty="0"/>
              <a:t>제품 사용</a:t>
            </a:r>
            <a:r>
              <a:rPr spc="-5" dirty="0"/>
              <a:t> </a:t>
            </a:r>
            <a:r>
              <a:rPr spc="-20" dirty="0"/>
              <a:t>프로세스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853326"/>
            <a:ext cx="124079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0" spc="-5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PART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4.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ERROR</a:t>
            </a:r>
            <a:r>
              <a:rPr sz="700" b="0" spc="-3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HANDLING</a:t>
            </a:r>
            <a:endParaRPr sz="700">
              <a:latin typeface="G마켓 산스 TTF Medium"/>
              <a:cs typeface="G마켓 산스 TTF Medium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4-1.</a:t>
            </a:r>
            <a:r>
              <a:rPr spc="-5" dirty="0"/>
              <a:t> </a:t>
            </a:r>
            <a:r>
              <a:rPr dirty="0"/>
              <a:t>기본 오류</a:t>
            </a:r>
            <a:r>
              <a:rPr spc="-5" dirty="0"/>
              <a:t> </a:t>
            </a:r>
            <a:r>
              <a:rPr spc="-25" dirty="0"/>
              <a:t>대처</a:t>
            </a:r>
          </a:p>
        </p:txBody>
      </p:sp>
      <p:sp>
        <p:nvSpPr>
          <p:cNvPr id="4" name="object 4"/>
          <p:cNvSpPr/>
          <p:nvPr/>
        </p:nvSpPr>
        <p:spPr>
          <a:xfrm>
            <a:off x="648000" y="1432805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5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208001" y="1432805"/>
            <a:ext cx="6480175" cy="268605"/>
          </a:xfrm>
          <a:custGeom>
            <a:avLst/>
            <a:gdLst/>
            <a:ahLst/>
            <a:cxnLst/>
            <a:rect l="l" t="t" r="r" b="b"/>
            <a:pathLst>
              <a:path w="6480175" h="268605">
                <a:moveTo>
                  <a:pt x="6345897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6345897" y="268198"/>
                </a:lnTo>
                <a:lnTo>
                  <a:pt x="6388285" y="261362"/>
                </a:lnTo>
                <a:lnTo>
                  <a:pt x="6425097" y="242326"/>
                </a:lnTo>
                <a:lnTo>
                  <a:pt x="6454125" y="213298"/>
                </a:lnTo>
                <a:lnTo>
                  <a:pt x="6473161" y="176487"/>
                </a:lnTo>
                <a:lnTo>
                  <a:pt x="6479997" y="134099"/>
                </a:lnTo>
                <a:lnTo>
                  <a:pt x="6473161" y="91711"/>
                </a:lnTo>
                <a:lnTo>
                  <a:pt x="6454125" y="54899"/>
                </a:lnTo>
                <a:lnTo>
                  <a:pt x="6425097" y="25871"/>
                </a:lnTo>
                <a:lnTo>
                  <a:pt x="6388285" y="6835"/>
                </a:lnTo>
                <a:lnTo>
                  <a:pt x="6345897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62100" y="1455045"/>
            <a:ext cx="694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오류</a:t>
            </a:r>
            <a:r>
              <a:rPr sz="1200" b="1" spc="-10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대처법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22099" y="1455045"/>
            <a:ext cx="1367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오류</a:t>
            </a:r>
            <a:r>
              <a:rPr sz="1200" b="1" spc="-10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60" dirty="0">
                <a:solidFill>
                  <a:srgbClr val="231F20"/>
                </a:solidFill>
                <a:latin typeface="나눔바른고딕OTF"/>
                <a:cs typeface="나눔바른고딕OTF"/>
              </a:rPr>
              <a:t>대처법</a:t>
            </a:r>
            <a:r>
              <a:rPr sz="1200" b="1" spc="-10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10" dirty="0">
                <a:solidFill>
                  <a:srgbClr val="231F20"/>
                </a:solidFill>
                <a:latin typeface="나눔바른고딕OTF"/>
                <a:cs typeface="나눔바른고딕OTF"/>
              </a:rPr>
              <a:t>-</a:t>
            </a:r>
            <a:r>
              <a:rPr sz="1200" b="1" spc="-100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50" dirty="0">
                <a:solidFill>
                  <a:srgbClr val="231F20"/>
                </a:solidFill>
                <a:latin typeface="나눔바른고딕OTF"/>
                <a:cs typeface="나눔바른고딕OTF"/>
              </a:rPr>
              <a:t>터치</a:t>
            </a:r>
            <a:r>
              <a:rPr sz="1200" b="1" spc="-105" dirty="0">
                <a:solidFill>
                  <a:srgbClr val="231F20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5" dirty="0">
                <a:solidFill>
                  <a:srgbClr val="231F20"/>
                </a:solidFill>
                <a:latin typeface="나눔바른고딕OTF"/>
                <a:cs typeface="나눔바른고딕OTF"/>
              </a:rPr>
              <a:t>센서</a:t>
            </a:r>
            <a:endParaRPr sz="1200">
              <a:latin typeface="나눔바른고딕OTF"/>
              <a:cs typeface="나눔바른고딕OT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106" y="1528203"/>
            <a:ext cx="73799" cy="737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8106" y="1528203"/>
            <a:ext cx="73799" cy="737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106" y="1962004"/>
            <a:ext cx="73799" cy="737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88106" y="1962004"/>
            <a:ext cx="73799" cy="737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8106" y="7189190"/>
            <a:ext cx="73799" cy="737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106" y="3994004"/>
            <a:ext cx="73799" cy="737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106" y="5128806"/>
            <a:ext cx="73799" cy="737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106" y="6263604"/>
            <a:ext cx="73799" cy="737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106" y="4561404"/>
            <a:ext cx="73799" cy="737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106" y="5696204"/>
            <a:ext cx="73799" cy="737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106" y="6831006"/>
            <a:ext cx="73799" cy="737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106" y="2538006"/>
            <a:ext cx="73799" cy="737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106" y="7407004"/>
            <a:ext cx="73799" cy="7379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62100" y="1826205"/>
            <a:ext cx="62344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운동프로그램을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동작하기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전에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IOT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기반의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운동기구들과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모바일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앱(APP)사이에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블루투스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무선통신으로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30" dirty="0">
                <a:solidFill>
                  <a:srgbClr val="050000"/>
                </a:solidFill>
                <a:latin typeface="나눔명조OTF"/>
                <a:cs typeface="나눔명조OTF"/>
              </a:rPr>
              <a:t>운동프로그램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에서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요구하는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운동기구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개수만큼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연결되어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있어야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합니다.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22099" y="1826205"/>
            <a:ext cx="6183630" cy="7112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모션탭의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터치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기능은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가속도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센서를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사용하여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구현했기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때문에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제품의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흔들림을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통해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터치를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인식합니다.</a:t>
            </a:r>
            <a:endParaRPr sz="1000">
              <a:latin typeface="나눔명조OTF"/>
              <a:cs typeface="나눔명조OTF"/>
            </a:endParaRPr>
          </a:p>
          <a:p>
            <a:pPr marL="12700" marR="5080">
              <a:lnSpc>
                <a:spcPct val="150000"/>
              </a:lnSpc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제품을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터치하기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전에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감지되거나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혹은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터치를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해도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감지가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안되는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경우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대체로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바닥의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환경에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따라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동일한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터치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센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서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민감도라도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달라질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3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22099" y="7053392"/>
            <a:ext cx="6186805" cy="6858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51700"/>
              </a:lnSpc>
              <a:spcBef>
                <a:spcPts val="80"/>
              </a:spcBef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만약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도저히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터치센서를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사용할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없는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환경이면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터치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모드를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레이저모드로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수정하고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레이저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민감도를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1단계(감지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거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리3cm)로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설정하여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터치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센서처럼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사용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하실수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30" dirty="0">
                <a:solidFill>
                  <a:srgbClr val="050000"/>
                </a:solidFill>
                <a:latin typeface="나눔명조OTF"/>
                <a:cs typeface="나눔명조OTF"/>
              </a:rPr>
              <a:t>있습니다.</a:t>
            </a:r>
            <a:r>
              <a:rPr sz="1200" spc="-44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*레이저 </a:t>
            </a:r>
            <a:r>
              <a:rPr sz="1200" spc="-30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센서로</a:t>
            </a:r>
            <a:r>
              <a:rPr sz="1200" spc="-52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200" spc="-30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변경</a:t>
            </a:r>
            <a:r>
              <a:rPr sz="1200" spc="-60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200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시</a:t>
            </a:r>
            <a:r>
              <a:rPr sz="1200" spc="-52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200" spc="-30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연속</a:t>
            </a:r>
            <a:r>
              <a:rPr sz="1200" spc="-60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200" spc="-30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감지가</a:t>
            </a:r>
            <a:r>
              <a:rPr sz="1200" spc="-52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200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될</a:t>
            </a:r>
            <a:r>
              <a:rPr sz="1200" spc="-52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200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수</a:t>
            </a:r>
            <a:r>
              <a:rPr sz="1200" spc="-60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200" spc="-30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있기</a:t>
            </a:r>
            <a:r>
              <a:rPr sz="1200" spc="-52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200" spc="-30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때문에</a:t>
            </a:r>
            <a:r>
              <a:rPr sz="1200" spc="-52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200" spc="-37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지연시간을</a:t>
            </a:r>
            <a:r>
              <a:rPr sz="1200" spc="-52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200" spc="-30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0.1초</a:t>
            </a:r>
            <a:r>
              <a:rPr sz="1200" spc="-60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1200" spc="-75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~</a:t>
            </a:r>
            <a:r>
              <a:rPr sz="1200" spc="-30" baseline="3472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676A8"/>
                </a:solidFill>
                <a:latin typeface="나눔명조OTF"/>
                <a:cs typeface="나눔명조OTF"/>
              </a:rPr>
              <a:t>0.2초</a:t>
            </a:r>
            <a:r>
              <a:rPr sz="800" spc="-35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676A8"/>
                </a:solidFill>
                <a:latin typeface="나눔명조OTF"/>
                <a:cs typeface="나눔명조OTF"/>
              </a:rPr>
              <a:t>정도</a:t>
            </a:r>
            <a:r>
              <a:rPr sz="800" spc="-3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676A8"/>
                </a:solidFill>
                <a:latin typeface="나눔명조OTF"/>
                <a:cs typeface="나눔명조OTF"/>
              </a:rPr>
              <a:t>부여하여</a:t>
            </a:r>
            <a:r>
              <a:rPr sz="800" spc="-3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676A8"/>
                </a:solidFill>
                <a:latin typeface="나눔명조OTF"/>
                <a:cs typeface="나눔명조OTF"/>
              </a:rPr>
              <a:t>연속</a:t>
            </a:r>
            <a:r>
              <a:rPr sz="800" spc="-3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800" spc="-25" dirty="0">
                <a:solidFill>
                  <a:srgbClr val="4676A8"/>
                </a:solidFill>
                <a:latin typeface="나눔명조OTF"/>
                <a:cs typeface="나눔명조OTF"/>
              </a:rPr>
              <a:t>감지되는</a:t>
            </a:r>
            <a:r>
              <a:rPr sz="800" spc="-3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676A8"/>
                </a:solidFill>
                <a:latin typeface="나눔명조OTF"/>
                <a:cs typeface="나눔명조OTF"/>
              </a:rPr>
              <a:t>현상을</a:t>
            </a:r>
            <a:r>
              <a:rPr sz="800" spc="-3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676A8"/>
                </a:solidFill>
                <a:latin typeface="나눔명조OTF"/>
                <a:cs typeface="나눔명조OTF"/>
              </a:rPr>
              <a:t>예방할</a:t>
            </a:r>
            <a:r>
              <a:rPr sz="800" spc="-3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800" dirty="0">
                <a:solidFill>
                  <a:srgbClr val="4676A8"/>
                </a:solidFill>
                <a:latin typeface="나눔명조OTF"/>
                <a:cs typeface="나눔명조OTF"/>
              </a:rPr>
              <a:t>수</a:t>
            </a:r>
            <a:r>
              <a:rPr sz="800" spc="-30" dirty="0">
                <a:solidFill>
                  <a:srgbClr val="4676A8"/>
                </a:solidFill>
                <a:latin typeface="나눔명조OTF"/>
                <a:cs typeface="나눔명조OTF"/>
              </a:rPr>
              <a:t> </a:t>
            </a:r>
            <a:r>
              <a:rPr sz="800" spc="-10" dirty="0">
                <a:solidFill>
                  <a:srgbClr val="4676A8"/>
                </a:solidFill>
                <a:latin typeface="나눔명조OTF"/>
                <a:cs typeface="나눔명조OTF"/>
              </a:rPr>
              <a:t>있습니다.</a:t>
            </a:r>
            <a:endParaRPr sz="800">
              <a:latin typeface="나눔명조OTF"/>
              <a:cs typeface="나눔명조OT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52868" y="5229538"/>
            <a:ext cx="1203960" cy="47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센서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60" dirty="0">
                <a:solidFill>
                  <a:srgbClr val="4279B1"/>
                </a:solidFill>
                <a:latin typeface="나눔바른고딕OTF"/>
                <a:cs typeface="나눔바른고딕OTF"/>
              </a:rPr>
              <a:t>민감도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10" dirty="0">
                <a:solidFill>
                  <a:srgbClr val="4279B1"/>
                </a:solidFill>
                <a:latin typeface="나눔바른고딕OTF"/>
                <a:cs typeface="나눔바른고딕OTF"/>
              </a:rPr>
              <a:t>: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35" dirty="0">
                <a:solidFill>
                  <a:srgbClr val="4279B1"/>
                </a:solidFill>
                <a:latin typeface="나눔바른고딕OTF"/>
                <a:cs typeface="나눔바른고딕OTF"/>
              </a:rPr>
              <a:t>15~13</a:t>
            </a:r>
            <a:endParaRPr sz="1200">
              <a:latin typeface="나눔바른고딕OTF"/>
              <a:cs typeface="나눔바른고딕OTF"/>
            </a:endParaRPr>
          </a:p>
          <a:p>
            <a:pPr marL="4445" algn="ctr">
              <a:lnSpc>
                <a:spcPct val="100000"/>
              </a:lnSpc>
              <a:spcBef>
                <a:spcPts val="905"/>
              </a:spcBef>
            </a:pPr>
            <a:r>
              <a:rPr sz="1000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시멘트 바닥의 </a:t>
            </a:r>
            <a:r>
              <a:rPr sz="1000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경우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75547" y="5806948"/>
            <a:ext cx="96329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바닥의 울림이 </a:t>
            </a:r>
            <a:r>
              <a:rPr sz="1000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없기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75547" y="6086348"/>
            <a:ext cx="96329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때문에</a:t>
            </a:r>
            <a:r>
              <a:rPr sz="1000" spc="-4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바른고딕OTF"/>
                <a:cs typeface="나눔바른고딕OTF"/>
              </a:rPr>
              <a:t>높은</a:t>
            </a:r>
            <a:r>
              <a:rPr sz="1000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감도로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33128" y="6365748"/>
            <a:ext cx="1048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사용하시면 좋습니다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927428" y="5229538"/>
            <a:ext cx="1122680" cy="47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센서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60" dirty="0">
                <a:solidFill>
                  <a:srgbClr val="4279B1"/>
                </a:solidFill>
                <a:latin typeface="나눔바른고딕OTF"/>
                <a:cs typeface="나눔바른고딕OTF"/>
              </a:rPr>
              <a:t>민감도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10" dirty="0">
                <a:solidFill>
                  <a:srgbClr val="4279B1"/>
                </a:solidFill>
                <a:latin typeface="나눔바른고딕OTF"/>
                <a:cs typeface="나눔바른고딕OTF"/>
              </a:rPr>
              <a:t>: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25" dirty="0">
                <a:solidFill>
                  <a:srgbClr val="4279B1"/>
                </a:solidFill>
                <a:latin typeface="나눔바른고딕OTF"/>
                <a:cs typeface="나눔바른고딕OTF"/>
              </a:rPr>
              <a:t>12~9</a:t>
            </a:r>
            <a:endParaRPr sz="1200">
              <a:latin typeface="나눔바른고딕OTF"/>
              <a:cs typeface="나눔바른고딕OTF"/>
            </a:endParaRPr>
          </a:p>
          <a:p>
            <a:pPr marL="4445" algn="ctr">
              <a:lnSpc>
                <a:spcPct val="100000"/>
              </a:lnSpc>
              <a:spcBef>
                <a:spcPts val="905"/>
              </a:spcBef>
            </a:pPr>
            <a:r>
              <a:rPr sz="1000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체육관 매트의 </a:t>
            </a:r>
            <a:r>
              <a:rPr sz="1000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경우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954120" y="5806948"/>
            <a:ext cx="10744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바닥의 울림을 </a:t>
            </a:r>
            <a:r>
              <a:rPr sz="1000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어느정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009493" y="6086348"/>
            <a:ext cx="96329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50000"/>
                </a:solidFill>
                <a:latin typeface="나눔바른고딕OTF"/>
                <a:cs typeface="나눔바른고딕OTF"/>
              </a:rPr>
              <a:t>도</a:t>
            </a:r>
            <a:r>
              <a:rPr sz="1000" spc="-4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막아주기</a:t>
            </a:r>
            <a:r>
              <a:rPr sz="1000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때문에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954120" y="6365748"/>
            <a:ext cx="10769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중간정도의 감도로 </a:t>
            </a:r>
            <a:r>
              <a:rPr sz="1000" spc="-50" dirty="0">
                <a:solidFill>
                  <a:srgbClr val="050000"/>
                </a:solidFill>
                <a:latin typeface="나눔바른고딕OTF"/>
                <a:cs typeface="나눔바른고딕OTF"/>
              </a:rPr>
              <a:t>사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967074" y="6645147"/>
            <a:ext cx="1048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용해주시면 좋습니다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213297" y="5229538"/>
            <a:ext cx="1041400" cy="47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4279B1"/>
                </a:solidFill>
                <a:latin typeface="나눔바른고딕OTF"/>
                <a:cs typeface="나눔바른고딕OTF"/>
              </a:rPr>
              <a:t>센서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60" dirty="0">
                <a:solidFill>
                  <a:srgbClr val="4279B1"/>
                </a:solidFill>
                <a:latin typeface="나눔바른고딕OTF"/>
                <a:cs typeface="나눔바른고딕OTF"/>
              </a:rPr>
              <a:t>민감도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10" dirty="0">
                <a:solidFill>
                  <a:srgbClr val="4279B1"/>
                </a:solidFill>
                <a:latin typeface="나눔바른고딕OTF"/>
                <a:cs typeface="나눔바른고딕OTF"/>
              </a:rPr>
              <a:t>:</a:t>
            </a:r>
            <a:r>
              <a:rPr sz="1200" b="1" spc="-10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45" dirty="0">
                <a:solidFill>
                  <a:srgbClr val="4279B1"/>
                </a:solidFill>
                <a:latin typeface="나눔바른고딕OTF"/>
                <a:cs typeface="나눔바른고딕OTF"/>
              </a:rPr>
              <a:t>8~6</a:t>
            </a:r>
            <a:endParaRPr sz="1200">
              <a:latin typeface="나눔바른고딕OTF"/>
              <a:cs typeface="나눔바른고딕OTF"/>
            </a:endParaRPr>
          </a:p>
          <a:p>
            <a:pPr marL="53975">
              <a:lnSpc>
                <a:spcPct val="100000"/>
              </a:lnSpc>
              <a:spcBef>
                <a:spcPts val="905"/>
              </a:spcBef>
            </a:pPr>
            <a:r>
              <a:rPr sz="1000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체육관 바닥의 </a:t>
            </a:r>
            <a:r>
              <a:rPr sz="1000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경우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199375" y="5806948"/>
            <a:ext cx="10744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바닥의 울림이 </a:t>
            </a:r>
            <a:r>
              <a:rPr sz="1000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심하기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254747" y="6086348"/>
            <a:ext cx="96329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때문에</a:t>
            </a:r>
            <a:r>
              <a:rPr sz="1000" spc="-4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바른고딕OTF"/>
                <a:cs typeface="나눔바른고딕OTF"/>
              </a:rPr>
              <a:t>낮은</a:t>
            </a:r>
            <a:r>
              <a:rPr sz="1000" spc="-3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바른고딕OTF"/>
                <a:cs typeface="나눔바른고딕OTF"/>
              </a:rPr>
              <a:t>단계의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212329" y="6365748"/>
            <a:ext cx="1048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감도를 </a:t>
            </a:r>
            <a:r>
              <a:rPr sz="1000" spc="-10" dirty="0">
                <a:solidFill>
                  <a:srgbClr val="050000"/>
                </a:solidFill>
                <a:latin typeface="나눔바른고딕OTF"/>
                <a:cs typeface="나눔바른고딕OTF"/>
              </a:rPr>
              <a:t>사용해주시는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433817" y="6645147"/>
            <a:ext cx="6051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50000"/>
                </a:solidFill>
                <a:latin typeface="나눔바른고딕OTF"/>
                <a:cs typeface="나눔바른고딕OTF"/>
              </a:rPr>
              <a:t>면</a:t>
            </a:r>
            <a:r>
              <a:rPr sz="1000" spc="-40" dirty="0">
                <a:solidFill>
                  <a:srgbClr val="050000"/>
                </a:solidFill>
                <a:latin typeface="나눔바른고딕OTF"/>
                <a:cs typeface="나눔바른고딕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바른고딕OTF"/>
                <a:cs typeface="나눔바른고딕OTF"/>
              </a:rPr>
              <a:t>좋습니다</a:t>
            </a:r>
            <a:endParaRPr sz="1000">
              <a:latin typeface="나눔바른고딕OTF"/>
              <a:cs typeface="나눔바른고딕OT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62100" y="3858205"/>
            <a:ext cx="6230620" cy="1050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수업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편성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시간에는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실질적인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운동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시간과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다음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참가자가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운동하기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전까지의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대기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시간을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모두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포함하였으므로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결과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확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인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및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다음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참가자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준비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등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시간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간격을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활용하여야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합니다.</a:t>
            </a:r>
            <a:endParaRPr sz="1000">
              <a:latin typeface="나눔명조OTF"/>
              <a:cs typeface="나눔명조OTF"/>
            </a:endParaRPr>
          </a:p>
          <a:p>
            <a:pPr marL="12700" marR="43180">
              <a:lnSpc>
                <a:spcPct val="150000"/>
              </a:lnSpc>
              <a:spcBef>
                <a:spcPts val="865"/>
              </a:spcBef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학급당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혹은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참여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인원수가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일정하지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않을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것으로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생각되며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팀구성이나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조편성을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유연하게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반영하여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진행을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해야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합니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2100" y="4993005"/>
            <a:ext cx="62306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게임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프로그램에서는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승부욕에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따른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과도한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신체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활동이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일어날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있으므로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참가자가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부상이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발생하지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않도록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주의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및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지도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관리를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부탁드립니다.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2100" y="6127804"/>
            <a:ext cx="62210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운동기구는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사용하시기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전에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미리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충전을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하는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것이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좋습니다.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충전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상태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확인은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탭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연결에서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가능합니다.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(사용가능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잔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량이</a:t>
            </a:r>
            <a:r>
              <a:rPr sz="1000" spc="-7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15%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이내일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경우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적색으로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표기됩니다.)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62100" y="5560404"/>
            <a:ext cx="61569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앱에서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제공하는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프로그램의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변형과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새로운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프로그램을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제작하고자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할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경우에는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설정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기능을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자세하게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이해해야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합니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다.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따라서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사용자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매뉴얼을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숙지하는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것이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필요합니다.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62100" y="6771405"/>
            <a:ext cx="54095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운동기구가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생활방수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수준까지는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지원이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가능하지만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가급적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물에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닫지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않도록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유념해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주셨으면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합니다.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62100" y="2393605"/>
            <a:ext cx="302641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20" dirty="0">
                <a:solidFill>
                  <a:srgbClr val="050000"/>
                </a:solidFill>
                <a:latin typeface="나눔명조OTF"/>
                <a:cs typeface="나눔명조OTF"/>
              </a:rPr>
              <a:t>운동기구가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정상적인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동작을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안될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경우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운동기구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25" dirty="0">
                <a:solidFill>
                  <a:srgbClr val="050000"/>
                </a:solidFill>
                <a:latin typeface="나눔명조OTF"/>
                <a:cs typeface="나눔명조OTF"/>
              </a:rPr>
              <a:t>뒷면의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리셋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버튼을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볼펜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앞부분과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같이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가는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부분으로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눌러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초기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화합니다.</a:t>
            </a:r>
            <a:endParaRPr sz="1000">
              <a:latin typeface="나눔명조OTF"/>
              <a:cs typeface="나눔명조OTF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62100" y="7262605"/>
            <a:ext cx="3061970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운동기구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앞면에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레이저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센서가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있는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작은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홀에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먼지가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묻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어</a:t>
            </a:r>
            <a:r>
              <a:rPr sz="1000" spc="-6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레이저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센서가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빛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간섭을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받을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수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있으므로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깨끗한</a:t>
            </a:r>
            <a:r>
              <a:rPr sz="1000" spc="-4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40" dirty="0">
                <a:solidFill>
                  <a:srgbClr val="050000"/>
                </a:solidFill>
                <a:latin typeface="나눔명조OTF"/>
                <a:cs typeface="나눔명조OTF"/>
              </a:rPr>
              <a:t>천으 </a:t>
            </a:r>
            <a:r>
              <a:rPr sz="1000" dirty="0">
                <a:solidFill>
                  <a:srgbClr val="050000"/>
                </a:solidFill>
                <a:latin typeface="나눔명조OTF"/>
                <a:cs typeface="나눔명조OTF"/>
              </a:rPr>
              <a:t>로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이물질을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제거해</a:t>
            </a:r>
            <a:r>
              <a:rPr sz="1000" spc="-55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주시기를</a:t>
            </a:r>
            <a:r>
              <a:rPr sz="1000" spc="-50" dirty="0">
                <a:solidFill>
                  <a:srgbClr val="050000"/>
                </a:solidFill>
                <a:latin typeface="나눔명조OTF"/>
                <a:cs typeface="나눔명조OTF"/>
              </a:rPr>
              <a:t> </a:t>
            </a:r>
            <a:r>
              <a:rPr sz="1000" spc="-10" dirty="0">
                <a:solidFill>
                  <a:srgbClr val="050000"/>
                </a:solidFill>
                <a:latin typeface="나눔명조OTF"/>
                <a:cs typeface="나눔명조OTF"/>
              </a:rPr>
              <a:t>바랍니다.</a:t>
            </a:r>
            <a:endParaRPr sz="1000">
              <a:latin typeface="나눔명조OTF"/>
              <a:cs typeface="나눔명조OTF"/>
            </a:endParaRPr>
          </a:p>
          <a:p>
            <a:pPr marL="12700" algn="just">
              <a:lnSpc>
                <a:spcPct val="100000"/>
              </a:lnSpc>
              <a:spcBef>
                <a:spcPts val="640"/>
              </a:spcBef>
            </a:pPr>
            <a:r>
              <a:rPr sz="800" spc="-20" dirty="0">
                <a:solidFill>
                  <a:srgbClr val="416D99"/>
                </a:solidFill>
                <a:latin typeface="나눔명조OTF"/>
                <a:cs typeface="나눔명조OTF"/>
              </a:rPr>
              <a:t>*리셋</a:t>
            </a:r>
            <a:r>
              <a:rPr sz="800" spc="-40" dirty="0">
                <a:solidFill>
                  <a:srgbClr val="416D99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16D99"/>
                </a:solidFill>
                <a:latin typeface="나눔명조OTF"/>
                <a:cs typeface="나눔명조OTF"/>
              </a:rPr>
              <a:t>버튼도</a:t>
            </a:r>
            <a:r>
              <a:rPr sz="800" spc="-35" dirty="0">
                <a:solidFill>
                  <a:srgbClr val="416D99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16D99"/>
                </a:solidFill>
                <a:latin typeface="나눔명조OTF"/>
                <a:cs typeface="나눔명조OTF"/>
              </a:rPr>
              <a:t>눌러</a:t>
            </a:r>
            <a:r>
              <a:rPr sz="800" spc="-35" dirty="0">
                <a:solidFill>
                  <a:srgbClr val="416D99"/>
                </a:solidFill>
                <a:latin typeface="나눔명조OTF"/>
                <a:cs typeface="나눔명조OTF"/>
              </a:rPr>
              <a:t> </a:t>
            </a:r>
            <a:r>
              <a:rPr sz="800" spc="-20" dirty="0">
                <a:solidFill>
                  <a:srgbClr val="416D99"/>
                </a:solidFill>
                <a:latin typeface="나눔명조OTF"/>
                <a:cs typeface="나눔명조OTF"/>
              </a:rPr>
              <a:t>초기화</a:t>
            </a:r>
            <a:r>
              <a:rPr sz="800" spc="-35" dirty="0">
                <a:solidFill>
                  <a:srgbClr val="416D99"/>
                </a:solidFill>
                <a:latin typeface="나눔명조OTF"/>
                <a:cs typeface="나눔명조OTF"/>
              </a:rPr>
              <a:t> </a:t>
            </a:r>
            <a:r>
              <a:rPr sz="800" spc="-10" dirty="0">
                <a:solidFill>
                  <a:srgbClr val="416D99"/>
                </a:solidFill>
                <a:latin typeface="나눔명조OTF"/>
                <a:cs typeface="나눔명조OTF"/>
              </a:rPr>
              <a:t>해주세요.</a:t>
            </a:r>
            <a:endParaRPr sz="800">
              <a:latin typeface="나눔명조OTF"/>
              <a:cs typeface="나눔명조OTF"/>
            </a:endParaRPr>
          </a:p>
        </p:txBody>
      </p:sp>
      <p:pic>
        <p:nvPicPr>
          <p:cNvPr id="45" name="object 4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88182" y="2507370"/>
            <a:ext cx="2679801" cy="1240641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96537" y="7393749"/>
            <a:ext cx="2400702" cy="1189519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07999" y="2776309"/>
            <a:ext cx="1900793" cy="1900796"/>
          </a:xfrm>
          <a:prstGeom prst="rect">
            <a:avLst/>
          </a:prstGeom>
        </p:spPr>
      </p:pic>
      <p:sp>
        <p:nvSpPr>
          <p:cNvPr id="48" name="object 48"/>
          <p:cNvSpPr/>
          <p:nvPr/>
        </p:nvSpPr>
        <p:spPr>
          <a:xfrm>
            <a:off x="8347243" y="4875104"/>
            <a:ext cx="1622425" cy="268605"/>
          </a:xfrm>
          <a:custGeom>
            <a:avLst/>
            <a:gdLst/>
            <a:ahLst/>
            <a:cxnLst/>
            <a:rect l="l" t="t" r="r" b="b"/>
            <a:pathLst>
              <a:path w="1622425" h="268604">
                <a:moveTo>
                  <a:pt x="1488211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1488211" y="268198"/>
                </a:lnTo>
                <a:lnTo>
                  <a:pt x="1530599" y="261362"/>
                </a:lnTo>
                <a:lnTo>
                  <a:pt x="1567411" y="242326"/>
                </a:lnTo>
                <a:lnTo>
                  <a:pt x="1596438" y="213298"/>
                </a:lnTo>
                <a:lnTo>
                  <a:pt x="1615474" y="176487"/>
                </a:lnTo>
                <a:lnTo>
                  <a:pt x="1622310" y="134099"/>
                </a:lnTo>
                <a:lnTo>
                  <a:pt x="1615474" y="91711"/>
                </a:lnTo>
                <a:lnTo>
                  <a:pt x="1596438" y="54899"/>
                </a:lnTo>
                <a:lnTo>
                  <a:pt x="1567411" y="25871"/>
                </a:lnTo>
                <a:lnTo>
                  <a:pt x="1530599" y="6835"/>
                </a:lnTo>
                <a:lnTo>
                  <a:pt x="1488211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0682999" y="4875104"/>
            <a:ext cx="1622425" cy="268605"/>
          </a:xfrm>
          <a:custGeom>
            <a:avLst/>
            <a:gdLst/>
            <a:ahLst/>
            <a:cxnLst/>
            <a:rect l="l" t="t" r="r" b="b"/>
            <a:pathLst>
              <a:path w="1622425" h="268604">
                <a:moveTo>
                  <a:pt x="1488211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1488211" y="268198"/>
                </a:lnTo>
                <a:lnTo>
                  <a:pt x="1530599" y="261362"/>
                </a:lnTo>
                <a:lnTo>
                  <a:pt x="1567411" y="242326"/>
                </a:lnTo>
                <a:lnTo>
                  <a:pt x="1596438" y="213298"/>
                </a:lnTo>
                <a:lnTo>
                  <a:pt x="1615474" y="176487"/>
                </a:lnTo>
                <a:lnTo>
                  <a:pt x="1622310" y="134099"/>
                </a:lnTo>
                <a:lnTo>
                  <a:pt x="1615474" y="91711"/>
                </a:lnTo>
                <a:lnTo>
                  <a:pt x="1596438" y="54899"/>
                </a:lnTo>
                <a:lnTo>
                  <a:pt x="1567411" y="25871"/>
                </a:lnTo>
                <a:lnTo>
                  <a:pt x="1530599" y="6835"/>
                </a:lnTo>
                <a:lnTo>
                  <a:pt x="1488211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2926443" y="4875104"/>
            <a:ext cx="1622425" cy="268605"/>
          </a:xfrm>
          <a:custGeom>
            <a:avLst/>
            <a:gdLst/>
            <a:ahLst/>
            <a:cxnLst/>
            <a:rect l="l" t="t" r="r" b="b"/>
            <a:pathLst>
              <a:path w="1622425" h="268604">
                <a:moveTo>
                  <a:pt x="1488211" y="0"/>
                </a:moveTo>
                <a:lnTo>
                  <a:pt x="134099" y="0"/>
                </a:lnTo>
                <a:lnTo>
                  <a:pt x="91711" y="6835"/>
                </a:lnTo>
                <a:lnTo>
                  <a:pt x="54899" y="25871"/>
                </a:lnTo>
                <a:lnTo>
                  <a:pt x="25871" y="54899"/>
                </a:lnTo>
                <a:lnTo>
                  <a:pt x="6835" y="91711"/>
                </a:lnTo>
                <a:lnTo>
                  <a:pt x="0" y="134099"/>
                </a:lnTo>
                <a:lnTo>
                  <a:pt x="6835" y="176487"/>
                </a:lnTo>
                <a:lnTo>
                  <a:pt x="25871" y="213298"/>
                </a:lnTo>
                <a:lnTo>
                  <a:pt x="54899" y="242326"/>
                </a:lnTo>
                <a:lnTo>
                  <a:pt x="91711" y="261362"/>
                </a:lnTo>
                <a:lnTo>
                  <a:pt x="134099" y="268198"/>
                </a:lnTo>
                <a:lnTo>
                  <a:pt x="1488211" y="268198"/>
                </a:lnTo>
                <a:lnTo>
                  <a:pt x="1530599" y="261362"/>
                </a:lnTo>
                <a:lnTo>
                  <a:pt x="1567411" y="242326"/>
                </a:lnTo>
                <a:lnTo>
                  <a:pt x="1596438" y="213298"/>
                </a:lnTo>
                <a:lnTo>
                  <a:pt x="1615474" y="176487"/>
                </a:lnTo>
                <a:lnTo>
                  <a:pt x="1622310" y="134099"/>
                </a:lnTo>
                <a:lnTo>
                  <a:pt x="1615474" y="91711"/>
                </a:lnTo>
                <a:lnTo>
                  <a:pt x="1596438" y="54899"/>
                </a:lnTo>
                <a:lnTo>
                  <a:pt x="1567411" y="25871"/>
                </a:lnTo>
                <a:lnTo>
                  <a:pt x="1530599" y="6835"/>
                </a:lnTo>
                <a:lnTo>
                  <a:pt x="1488211" y="0"/>
                </a:lnTo>
                <a:close/>
              </a:path>
            </a:pathLst>
          </a:custGeom>
          <a:solidFill>
            <a:srgbClr val="CBE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8807831" y="4897346"/>
            <a:ext cx="694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0" dirty="0">
                <a:solidFill>
                  <a:srgbClr val="4279B1"/>
                </a:solidFill>
                <a:latin typeface="나눔바른고딕OTF"/>
                <a:cs typeface="나눔바른고딕OTF"/>
              </a:rPr>
              <a:t>시멘트</a:t>
            </a:r>
            <a:r>
              <a:rPr sz="1200" b="1" spc="-9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40" dirty="0">
                <a:solidFill>
                  <a:srgbClr val="4279B1"/>
                </a:solidFill>
                <a:latin typeface="나눔바른고딕OTF"/>
                <a:cs typeface="나눔바른고딕OTF"/>
              </a:rPr>
              <a:t>바닥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143588" y="4897346"/>
            <a:ext cx="694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0" dirty="0">
                <a:solidFill>
                  <a:srgbClr val="4279B1"/>
                </a:solidFill>
                <a:latin typeface="나눔바른고딕OTF"/>
                <a:cs typeface="나눔바른고딕OTF"/>
              </a:rPr>
              <a:t>체육관</a:t>
            </a:r>
            <a:r>
              <a:rPr sz="1200" b="1" spc="-9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40" dirty="0">
                <a:solidFill>
                  <a:srgbClr val="4279B1"/>
                </a:solidFill>
                <a:latin typeface="나눔바른고딕OTF"/>
                <a:cs typeface="나눔바른고딕OTF"/>
              </a:rPr>
              <a:t>매트</a:t>
            </a:r>
            <a:endParaRPr sz="1200">
              <a:latin typeface="나눔바른고딕OTF"/>
              <a:cs typeface="나눔바른고딕OTF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3387030" y="4897346"/>
            <a:ext cx="694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0" dirty="0">
                <a:solidFill>
                  <a:srgbClr val="4279B1"/>
                </a:solidFill>
                <a:latin typeface="나눔바른고딕OTF"/>
                <a:cs typeface="나눔바른고딕OTF"/>
              </a:rPr>
              <a:t>체육관</a:t>
            </a:r>
            <a:r>
              <a:rPr sz="1200" b="1" spc="-95" dirty="0">
                <a:solidFill>
                  <a:srgbClr val="4279B1"/>
                </a:solidFill>
                <a:latin typeface="나눔바른고딕OTF"/>
                <a:cs typeface="나눔바른고딕OTF"/>
              </a:rPr>
              <a:t> </a:t>
            </a:r>
            <a:r>
              <a:rPr sz="1200" b="1" spc="-40" dirty="0">
                <a:solidFill>
                  <a:srgbClr val="4279B1"/>
                </a:solidFill>
                <a:latin typeface="나눔바른고딕OTF"/>
                <a:cs typeface="나눔바른고딕OTF"/>
              </a:rPr>
              <a:t>바닥</a:t>
            </a:r>
            <a:endParaRPr sz="1200">
              <a:latin typeface="나눔바른고딕OTF"/>
              <a:cs typeface="나눔바른고딕OTF"/>
            </a:endParaRPr>
          </a:p>
        </p:txBody>
      </p:sp>
      <p:pic>
        <p:nvPicPr>
          <p:cNvPr id="54" name="object 5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543757" y="2772681"/>
            <a:ext cx="1900799" cy="1904398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787200" y="2776304"/>
            <a:ext cx="1900799" cy="1900799"/>
          </a:xfrm>
          <a:prstGeom prst="rect">
            <a:avLst/>
          </a:prstGeom>
        </p:spPr>
      </p:pic>
      <p:sp>
        <p:nvSpPr>
          <p:cNvPr id="56" name="object 56"/>
          <p:cNvSpPr/>
          <p:nvPr/>
        </p:nvSpPr>
        <p:spPr>
          <a:xfrm>
            <a:off x="7668000" y="0"/>
            <a:ext cx="4957445" cy="1036955"/>
          </a:xfrm>
          <a:custGeom>
            <a:avLst/>
            <a:gdLst/>
            <a:ahLst/>
            <a:cxnLst/>
            <a:rect l="l" t="t" r="r" b="b"/>
            <a:pathLst>
              <a:path w="4957445" h="1036955">
                <a:moveTo>
                  <a:pt x="4957203" y="0"/>
                </a:moveTo>
                <a:lnTo>
                  <a:pt x="0" y="0"/>
                </a:lnTo>
                <a:lnTo>
                  <a:pt x="0" y="1036807"/>
                </a:lnTo>
                <a:lnTo>
                  <a:pt x="4795202" y="1036807"/>
                </a:lnTo>
                <a:lnTo>
                  <a:pt x="4838269" y="1031021"/>
                </a:lnTo>
                <a:lnTo>
                  <a:pt x="4876967" y="1014690"/>
                </a:lnTo>
                <a:lnTo>
                  <a:pt x="4909754" y="989359"/>
                </a:lnTo>
                <a:lnTo>
                  <a:pt x="4935085" y="956572"/>
                </a:lnTo>
                <a:lnTo>
                  <a:pt x="4951416" y="917873"/>
                </a:lnTo>
                <a:lnTo>
                  <a:pt x="4957203" y="874806"/>
                </a:lnTo>
                <a:lnTo>
                  <a:pt x="4957203" y="0"/>
                </a:lnTo>
                <a:close/>
              </a:path>
            </a:pathLst>
          </a:custGeom>
          <a:solidFill>
            <a:srgbClr val="3F80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8193499" y="406992"/>
            <a:ext cx="2969260" cy="578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4-2.</a:t>
            </a:r>
            <a:r>
              <a:rPr sz="23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 </a:t>
            </a:r>
            <a:r>
              <a:rPr sz="23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터치 센서</a:t>
            </a:r>
            <a:r>
              <a:rPr sz="23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 </a:t>
            </a:r>
            <a:r>
              <a:rPr sz="23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오류 </a:t>
            </a:r>
            <a:r>
              <a:rPr sz="2300" b="1" u="heavy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나눔바른고딕OTF"/>
                <a:cs typeface="나눔바른고딕OTF"/>
              </a:rPr>
              <a:t>대처</a:t>
            </a:r>
            <a:endParaRPr sz="2300">
              <a:latin typeface="나눔바른고딕OTF"/>
              <a:cs typeface="나눔바른고딕OTF"/>
            </a:endParaRPr>
          </a:p>
          <a:p>
            <a:pPr marL="21590">
              <a:lnSpc>
                <a:spcPct val="100000"/>
              </a:lnSpc>
              <a:spcBef>
                <a:spcPts val="755"/>
              </a:spcBef>
            </a:pPr>
            <a:r>
              <a:rPr sz="700" b="0" spc="-5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PART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3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4.</a:t>
            </a:r>
            <a:r>
              <a:rPr sz="700" b="0" spc="-4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4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ERROR</a:t>
            </a:r>
            <a:r>
              <a:rPr sz="700" b="0" spc="-35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 </a:t>
            </a:r>
            <a:r>
              <a:rPr sz="700" b="0" spc="-10" dirty="0">
                <a:solidFill>
                  <a:srgbClr val="FFFFFF"/>
                </a:solidFill>
                <a:latin typeface="G마켓 산스 TTF Medium"/>
                <a:cs typeface="G마켓 산스 TTF Medium"/>
              </a:rPr>
              <a:t>HANDLING</a:t>
            </a:r>
            <a:endParaRPr sz="700">
              <a:latin typeface="G마켓 산스 TTF Medium"/>
              <a:cs typeface="G마켓 산스 TTF Medium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35299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22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4482795" y="10227687"/>
            <a:ext cx="21844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300" b="1" spc="-25" dirty="0">
                <a:solidFill>
                  <a:srgbClr val="447AB2"/>
                </a:solidFill>
                <a:latin typeface="나눔바른고딕OTF"/>
                <a:cs typeface="나눔바른고딕OTF"/>
              </a:rPr>
              <a:t>23</a:t>
            </a:r>
            <a:endParaRPr sz="1300">
              <a:latin typeface="나눔바른고딕OTF"/>
              <a:cs typeface="나눔바른고딕OTF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64699" y="10252781"/>
            <a:ext cx="136969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9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3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04</a:t>
            </a:r>
            <a:r>
              <a:rPr sz="1100" b="0" spc="-9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장애대응</a:t>
            </a:r>
            <a:r>
              <a:rPr sz="1100" b="0" spc="-9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2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방법</a:t>
            </a:r>
            <a:endParaRPr sz="1100">
              <a:latin typeface="나눔바른고딕OTF Light"/>
              <a:cs typeface="나눔바른고딕OTF Ligh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3000443" y="10252781"/>
            <a:ext cx="136398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b="0" spc="-5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장애대응</a:t>
            </a:r>
            <a:r>
              <a:rPr sz="1100" b="0" spc="-9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35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방법</a:t>
            </a:r>
            <a:r>
              <a:rPr sz="1100" b="0" spc="-40" dirty="0">
                <a:solidFill>
                  <a:srgbClr val="231F20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-</a:t>
            </a:r>
            <a:r>
              <a:rPr sz="1100" b="0" spc="-9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7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PART</a:t>
            </a:r>
            <a:r>
              <a:rPr sz="1100" b="0" spc="-90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 </a:t>
            </a:r>
            <a:r>
              <a:rPr sz="1100" b="0" spc="-25" dirty="0">
                <a:solidFill>
                  <a:srgbClr val="447AB2"/>
                </a:solidFill>
                <a:latin typeface="나눔바른고딕OTF Light"/>
                <a:cs typeface="나눔바른고딕OTF Light"/>
              </a:rPr>
              <a:t>04</a:t>
            </a:r>
            <a:endParaRPr sz="1100">
              <a:latin typeface="나눔바른고딕OTF Light"/>
              <a:cs typeface="나눔바른고딕OTF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3794</Words>
  <Application>Microsoft Office PowerPoint</Application>
  <PresentationFormat>사용자 지정</PresentationFormat>
  <Paragraphs>510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G마켓 산스 TTF Medium</vt:lpstr>
      <vt:lpstr>나눔명조OTF</vt:lpstr>
      <vt:lpstr>나눔바른고딕OTF</vt:lpstr>
      <vt:lpstr>나눔바른고딕OTF Light</vt:lpstr>
      <vt:lpstr>Times New Roman</vt:lpstr>
      <vt:lpstr>Office Theme</vt:lpstr>
      <vt:lpstr>PowerPoint 프레젠테이션</vt:lpstr>
      <vt:lpstr>1-1. 모션탭 주요 기능</vt:lpstr>
      <vt:lpstr>1-2. 제품 사양</vt:lpstr>
      <vt:lpstr>2-1. 어플설치 및 회원가입</vt:lpstr>
      <vt:lpstr>2-2. 제품 충전 및 영상가이드</vt:lpstr>
      <vt:lpstr>2-3. 화면기본 구성</vt:lpstr>
      <vt:lpstr>2-4. 동작방식 설명</vt:lpstr>
      <vt:lpstr>2-4. 동작방식 설명</vt:lpstr>
      <vt:lpstr>3-1. 프로그램 활용 예제</vt:lpstr>
      <vt:lpstr>3-2 사용법숙지</vt:lpstr>
      <vt:lpstr>3-3. 제품 사용 프로세스</vt:lpstr>
      <vt:lpstr>4-1. 기본 오류 대처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대성 문</cp:lastModifiedBy>
  <cp:revision>2</cp:revision>
  <dcterms:created xsi:type="dcterms:W3CDTF">2026-05-07T08:18:10Z</dcterms:created>
  <dcterms:modified xsi:type="dcterms:W3CDTF">2026-05-07T08:32:04Z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2025-11-24T00:00:00Z</vt:filetime>
  </property>
  <property fmtid="{D5CDD505-2E9C-101B-9397-08002B2CF9AE}" pid="3" name="Creator">
    <vt:lpwstr>Adobe InDesign 21.0 (Windows)</vt:lpwstr>
  </property>
  <property fmtid="{D5CDD505-2E9C-101B-9397-08002B2CF9AE}" pid="4" name="LastSaved">
    <vt:filetime>2026-05-07T00:00:00Z</vt:filetime>
  </property>
  <property fmtid="{D5CDD505-2E9C-101B-9397-08002B2CF9AE}" pid="5" name="Producer">
    <vt:lpwstr>Adobe PDF Library 18.0</vt:lpwstr>
  </property>
</Properties>
</file>